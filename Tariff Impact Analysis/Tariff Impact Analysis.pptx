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3.xml" ContentType="application/vnd.openxmlformats-officedocument.them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6"/>
    <p:sldMasterId id="2147483690" r:id="rId7"/>
    <p:sldMasterId id="2147483720" r:id="rId8"/>
  </p:sldMasterIdLst>
  <p:notesMasterIdLst>
    <p:notesMasterId r:id="rId10"/>
  </p:notesMasterIdLst>
  <p:sldIdLst>
    <p:sldId id="21474836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40"/>
    <p:restoredTop sz="94683"/>
  </p:normalViewPr>
  <p:slideViewPr>
    <p:cSldViewPr snapToGrid="0">
      <p:cViewPr varScale="1">
        <p:scale>
          <a:sx n="174" d="100"/>
          <a:sy n="174" d="100"/>
        </p:scale>
        <p:origin x="5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8F34A-323C-9A4F-9CA6-82EE6E16561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BBDBE-7591-9F44-8E64-726D121FA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5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489A-CB65-5D28-A008-0B2B1588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A1374-E54E-5922-2ABB-2428565B4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D7E57-7849-CFEC-1CAA-02165CBA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3E135-6169-3153-57C5-2F208BC04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Arial"/>
                <a:sym typeface="Arial"/>
              </a:rPr>
              <a:pPr marL="0" marR="0" lvl="0" indent="0" algn="ctr" defTabSz="1088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234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439871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3781" y="0"/>
            <a:ext cx="6118219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237551887" name="LogoBlue-Dynamic" descr="{&quot;templafy&quot;:{&quot;id&quot;:&quot;31fb104a-4bd2-4be1-990c-9956a246a6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dd500091-516e-4e09-935d-a8446760ab37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890004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8512" y="1216760"/>
            <a:ext cx="8885550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10897962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74853631" name="LogoWhite-Dynamic" descr="{&quot;templafy&quot;:{&quot;id&quot;:&quot;d4065cf0-3d7d-4421-8dd7-4a927a68200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79cac289-6949-46c4-afc6-3b10b6515444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44346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0410" y="0"/>
            <a:ext cx="5091591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656" y="250522"/>
            <a:ext cx="4536910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2" y="0"/>
            <a:ext cx="7224419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5126167" name="LogoWhite-Dynamic" descr="{&quot;templafy&quot;:{&quot;id&quot;:&quot;a0696034-9670-4d7b-a80a-e5801256b450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efe1d89f-eade-44b0-a576-0c0f42301897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3608" y="1129553"/>
            <a:ext cx="6884669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7" y="2706317"/>
            <a:ext cx="663157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1233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552826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7916" y="2029240"/>
            <a:ext cx="5710200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15a0c36e-cfcd-42f4-8d96-f48f504a4dda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69494402" name="LogoBlack-Dynamic" descr="{&quot;templafy&quot;:{&quot;id&quot;:&quot;f018ab10-9877-4c1a-903d-8e20a0516eb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2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599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2000" cy="3430800"/>
          </a:xfrm>
        </p:spPr>
        <p:txBody>
          <a:bodyPr anchor="ctr" anchorCtr="0"/>
          <a:lstStyle>
            <a:lvl1pPr marL="0" marR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136983403" name="LogoBlue-Dynamic" descr="{&quot;templafy&quot;:{&quot;id&quot;:&quot;b86c6774-bfb5-42ce-af29-ad7c8e956cc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6218600"/>
            <a:ext cx="727003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a4489086-5ad1-4eb9-8912-a3dfda15f59c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01" y="5724000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946960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3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1122" y="1275476"/>
            <a:ext cx="606776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9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02517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2398661" name="LogoBlue-Dynamic" descr="{&quot;templafy&quot;:{&quot;id&quot;:&quot;77d39480-6bb2-4f9e-b166-58e397c730e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c215a143-e24c-42fe-8717-bcd7348f576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89636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Pr>
        <a:solidFill>
          <a:srgbClr val="EBF8FF">
            <a:alpha val="3490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EBF8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92837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36947158" name="LogoBlack-Dynamic" descr="{&quot;templafy&quot;:{&quot;id&quot;:&quot;c55a38a9-de1b-495a-8b58-131e1d52fd5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89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9" b="0" i="0">
              <a:latin typeface="72 Brand" panose="020B0504030603020204" pitchFamily="34" charset="0"/>
            </a:endParaRPr>
          </a:p>
        </p:txBody>
      </p:sp>
      <p:sp>
        <p:nvSpPr>
          <p:cNvPr id="5" name="Anvil" descr="preencoded.png">
            <a:extLst>
              <a:ext uri="{FF2B5EF4-FFF2-40B4-BE49-F238E27FC236}">
                <a16:creationId xmlns:a16="http://schemas.microsoft.com/office/drawing/2014/main" id="{2384FC7E-529D-ABDF-A914-031C308F2C30}"/>
              </a:ext>
            </a:extLst>
          </p:cNvPr>
          <p:cNvSpPr/>
          <p:nvPr userDrawn="1"/>
        </p:nvSpPr>
        <p:spPr>
          <a:xfrm>
            <a:off x="780171" y="1275478"/>
            <a:ext cx="7981723" cy="3935411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9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687480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22620398" name="LogoWhite-Dynamic" descr="{&quot;templafy&quot;:{&quot;id&quot;:&quot;57053213-140f-42e4-b279-3aff034a8e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d79d039e-49b3-4324-b9e4-2a15bf64436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676302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9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1503214" y="989323"/>
            <a:ext cx="9185575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9" b="0" i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92837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52421156" name="LogoBlack-Dynamic" descr="{&quot;templafy&quot;:{&quot;id&quot;:&quot;65841d7c-a25a-482e-8a0b-399fe2060e8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9a099f80-0352-4bc9-9d82-a824546006f3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169073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7110" y="0"/>
            <a:ext cx="6084890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02517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3284910" name="LogoBlue-Dynamic" descr="{&quot;templafy&quot;:{&quot;id&quot;:&quot;290322f9-1797-4b4d-8043-942607235499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4f902db-19ce-473e-a6ef-bfcbbe21a93e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344286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3"/>
            <a:ext cx="12192000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9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159" y="1156532"/>
            <a:ext cx="5612260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9" b="0" i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4023" y="0"/>
            <a:ext cx="4357979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263" y="2051754"/>
            <a:ext cx="5528264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21219822" name="LogoWhite-Dynamic" descr="{&quot;templafy&quot;:{&quot;id&quot;:&quot;819aee73-a0a2-4380-a436-a557525fa29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281de79b-cce6-4308-a6d3-2c16a47ae934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286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513956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3869" y="505382"/>
            <a:ext cx="11183564" cy="430887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70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337288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>
          <p15:clr>
            <a:srgbClr val="FBAE40"/>
          </p15:clr>
        </p15:guide>
        <p15:guide id="2" orient="horz" pos="970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3090446"/>
            <a:ext cx="11182288" cy="677108"/>
          </a:xfrm>
        </p:spPr>
        <p:txBody>
          <a:bodyPr anchor="ctr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897200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2000" cy="3430800"/>
          </a:xfrm>
          <a:noFill/>
        </p:spPr>
        <p:txBody>
          <a:bodyPr tIns="324000"/>
          <a:lstStyle>
            <a:lvl1pPr marL="0" marR="0" indent="0" algn="ctr" defTabSz="10882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2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207780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2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25316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2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58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1"/>
            <a:ext cx="11183564" cy="430887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36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548000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548000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11183564" cy="43088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7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2">
          <p15:clr>
            <a:srgbClr val="FBAE40"/>
          </p15:clr>
        </p15:guide>
        <p15:guide id="4" pos="3673">
          <p15:clr>
            <a:srgbClr val="FBAE40"/>
          </p15:clr>
        </p15:guide>
        <p15:guide id="5" pos="4006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4361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4115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11183564" cy="43088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46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2">
          <p15:clr>
            <a:srgbClr val="FBAE40"/>
          </p15:clr>
        </p15:guide>
        <p15:guide id="4" pos="2716">
          <p15:clr>
            <a:srgbClr val="FBAE40"/>
          </p15:clr>
        </p15:guide>
        <p15:guide id="5" pos="4963">
          <p15:clr>
            <a:srgbClr val="FBAE40"/>
          </p15:clr>
        </p15:guide>
        <p15:guide id="6" pos="5118">
          <p15:clr>
            <a:srgbClr val="FBAE40"/>
          </p15:clr>
        </p15:guide>
        <p15:guide id="7" pos="7362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4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0820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0820" y="1548003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70" y="1548003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11183564" cy="43088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33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1">
          <p15:clr>
            <a:srgbClr val="FBAE40"/>
          </p15:clr>
        </p15:guide>
        <p15:guide id="9" pos="3999">
          <p15:clr>
            <a:srgbClr val="FBAE40"/>
          </p15:clr>
        </p15:guide>
        <p15:guide id="10" pos="736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7116" y="4354924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7116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0493" y="4354924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0493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4354924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70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11183564" cy="43088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4">
          <p15:clr>
            <a:srgbClr val="FBAE40"/>
          </p15:clr>
        </p15:guide>
        <p15:guide id="4" pos="2772">
          <p15:clr>
            <a:srgbClr val="FBAE40"/>
          </p15:clr>
        </p15:guide>
        <p15:guide id="5" pos="4909">
          <p15:clr>
            <a:srgbClr val="FBAE40"/>
          </p15:clr>
        </p15:guide>
        <p15:guide id="6" pos="5226">
          <p15:clr>
            <a:srgbClr val="FBAE40"/>
          </p15:clr>
        </p15:guide>
        <p15:guide id="7" pos="7362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2462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2462" y="1548003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49600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49600" y="1548003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6735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6735" y="1548003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70" y="1548003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11183564" cy="43088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44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8">
          <p15:clr>
            <a:srgbClr val="FBAE40"/>
          </p15:clr>
        </p15:guide>
        <p15:guide id="10" pos="3682">
          <p15:clr>
            <a:srgbClr val="FBAE40"/>
          </p15:clr>
        </p15:guide>
        <p15:guide id="11" pos="3999">
          <p15:clr>
            <a:srgbClr val="FBAE40"/>
          </p15:clr>
        </p15:guide>
        <p15:guide id="12" pos="5524">
          <p15:clr>
            <a:srgbClr val="FBAE40"/>
          </p15:clr>
        </p15:guide>
        <p15:guide id="13" pos="5840">
          <p15:clr>
            <a:srgbClr val="FBAE40"/>
          </p15:clr>
        </p15:guide>
        <p15:guide id="14" pos="736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800000"/>
            <a:ext cx="11182288" cy="3285032"/>
          </a:xfrm>
        </p:spPr>
        <p:txBody>
          <a:bodyPr/>
          <a:lstStyle>
            <a:lvl1pPr marL="395802" indent="-395802">
              <a:lnSpc>
                <a:spcPct val="90000"/>
              </a:lnSpc>
              <a:spcBef>
                <a:spcPts val="600"/>
              </a:spcBef>
              <a:defRPr sz="5997" b="0" i="0">
                <a:latin typeface="72 Brand Medium" panose="020B0504030603020204" pitchFamily="34" charset="0"/>
              </a:defRPr>
            </a:lvl1pPr>
            <a:lvl2pPr marL="395802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806716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548000"/>
            <a:ext cx="7090154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7090154" cy="43088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10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5">
          <p15:clr>
            <a:srgbClr val="FBAE40"/>
          </p15:clr>
        </p15:guide>
        <p15:guide id="4" pos="5110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2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178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0820" y="1557338"/>
            <a:ext cx="5326613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548000"/>
            <a:ext cx="5326613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11183564" cy="43088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74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972">
          <p15:clr>
            <a:srgbClr val="FBAE40"/>
          </p15:clr>
        </p15:guide>
        <p15:guide id="3" pos="3673">
          <p15:clr>
            <a:srgbClr val="FBAE40"/>
          </p15:clr>
        </p15:guide>
        <p15:guide id="4" pos="4007">
          <p15:clr>
            <a:srgbClr val="FBAE40"/>
          </p15:clr>
        </p15:guide>
        <p15:guide id="5" pos="73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48000"/>
            <a:ext cx="11182288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65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2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38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latin typeface="+mn-lt"/>
              </a:rPr>
              <a:t>www.sap.com</a:t>
            </a:r>
            <a:r>
              <a:rPr lang="en-US" sz="600" b="0" i="0"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1543050"/>
            <a:ext cx="5412068" cy="846386"/>
          </a:xfrm>
        </p:spPr>
        <p:txBody>
          <a:bodyPr/>
          <a:lstStyle>
            <a:lvl1pPr>
              <a:defRPr sz="5498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1818" y="5990000"/>
            <a:ext cx="350549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780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2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5439871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8" b="0" i="0"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3782" y="0"/>
            <a:ext cx="6118219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237551887" name="LogoBlue-Dynamic" descr="{&quot;templafy&quot;:{&quot;id&quot;:&quot;31fb104a-4bd2-4be1-990c-9956a246a6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dd500091-516e-4e09-935d-a8446760ab37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535780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8512" y="1216760"/>
            <a:ext cx="8885550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10897962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8" b="0" i="0">
                <a:solidFill>
                  <a:schemeClr val="bg1"/>
                </a:solidFill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74853631" name="LogoWhite-Dynamic" descr="{&quot;templafy&quot;:{&quot;id&quot;:&quot;d4065cf0-3d7d-4421-8dd7-4a927a68200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79cac289-6949-46c4-afc6-3b10b6515444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91067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0411" y="0"/>
            <a:ext cx="5091591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657" y="250522"/>
            <a:ext cx="4536910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2" y="0"/>
            <a:ext cx="7224419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5126167" name="LogoWhite-Dynamic" descr="{&quot;templafy&quot;:{&quot;id&quot;:&quot;a0696034-9670-4d7b-a80a-e5801256b450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efe1d89f-eade-44b0-a576-0c0f42301897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3608" y="1129553"/>
            <a:ext cx="6884669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7" y="2706317"/>
            <a:ext cx="663157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8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6073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552826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8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7917" y="2029240"/>
            <a:ext cx="5710200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15a0c36e-cfcd-42f4-8d96-f48f504a4dda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69494402" name="LogoBlack-Dynamic" descr="{&quot;templafy&quot;:{&quot;id&quot;:&quot;f018ab10-9877-4c1a-903d-8e20a0516eb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09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598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-1"/>
            <a:ext cx="12192000" cy="3430800"/>
          </a:xfrm>
        </p:spPr>
        <p:txBody>
          <a:bodyPr anchor="ctr" anchorCtr="0"/>
          <a:lstStyle>
            <a:lvl1pPr marL="0" marR="0" indent="0" algn="ctr" defTabSz="1087905" rtl="0" eaLnBrk="1" fontAlgn="auto" latinLnBrk="0" hangingPunct="1">
              <a:lnSpc>
                <a:spcPct val="100000"/>
              </a:lnSpc>
              <a:spcBef>
                <a:spcPts val="1798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7905" rtl="0" eaLnBrk="1" fontAlgn="auto" latinLnBrk="0" hangingPunct="1">
              <a:lnSpc>
                <a:spcPct val="100000"/>
              </a:lnSpc>
              <a:spcBef>
                <a:spcPts val="1798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136983403" name="LogoBlue-Dynamic" descr="{&quot;templafy&quot;:{&quot;id&quot;:&quot;b86c6774-bfb5-42ce-af29-ad7c8e956cc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6218600"/>
            <a:ext cx="727003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a4489086-5ad1-4eb9-8912-a3dfda15f59c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01" y="5724000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549000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3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1123" y="1275476"/>
            <a:ext cx="606776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8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602517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8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2398661" name="LogoBlue-Dynamic" descr="{&quot;templafy&quot;:{&quot;id&quot;:&quot;77d39480-6bb2-4f9e-b166-58e397c730e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c215a143-e24c-42fe-8717-bcd7348f576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108770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Pr>
        <a:solidFill>
          <a:srgbClr val="EBF8FF">
            <a:alpha val="3490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rgbClr val="EBF8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92837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8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36947158" name="LogoBlack-Dynamic" descr="{&quot;templafy&quot;:{&quot;id&quot;:&quot;c55a38a9-de1b-495a-8b58-131e1d52fd5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16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8" b="0" i="0">
              <a:latin typeface="72 Brand" panose="020B0504030603020204" pitchFamily="34" charset="0"/>
            </a:endParaRPr>
          </a:p>
        </p:txBody>
      </p:sp>
      <p:sp>
        <p:nvSpPr>
          <p:cNvPr id="5" name="Anvil" descr="preencoded.png">
            <a:extLst>
              <a:ext uri="{FF2B5EF4-FFF2-40B4-BE49-F238E27FC236}">
                <a16:creationId xmlns:a16="http://schemas.microsoft.com/office/drawing/2014/main" id="{2384FC7E-529D-ABDF-A914-031C308F2C30}"/>
              </a:ext>
            </a:extLst>
          </p:cNvPr>
          <p:cNvSpPr/>
          <p:nvPr userDrawn="1"/>
        </p:nvSpPr>
        <p:spPr>
          <a:xfrm>
            <a:off x="780172" y="1275478"/>
            <a:ext cx="7981723" cy="3935411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8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7" y="2706317"/>
            <a:ext cx="687480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8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22620398" name="LogoWhite-Dynamic" descr="{&quot;templafy&quot;:{&quot;id&quot;:&quot;57053213-140f-42e4-b279-3aff034a8e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d79d039e-49b3-4324-b9e4-2a15bf64436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820541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8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1503215" y="989323"/>
            <a:ext cx="9185575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8" b="0" i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92837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8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52421156" name="LogoBlack-Dynamic" descr="{&quot;templafy&quot;:{&quot;id&quot;:&quot;65841d7c-a25a-482e-8a0b-399fe2060e8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9a099f80-0352-4bc9-9d82-a824546006f3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74256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7111" y="0"/>
            <a:ext cx="6084890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602517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8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3284910" name="LogoBlue-Dynamic" descr="{&quot;templafy&quot;:{&quot;id&quot;:&quot;290322f9-1797-4b4d-8043-942607235499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4f902db-19ce-473e-a6ef-bfcbbe21a93e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435951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1" y="4"/>
            <a:ext cx="12192000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8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159" y="1156532"/>
            <a:ext cx="5612260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098" b="0" i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4023" y="0"/>
            <a:ext cx="4357979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263" y="2051754"/>
            <a:ext cx="5528264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598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8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21219822" name="LogoWhite-Dynamic" descr="{&quot;templafy&quot;:{&quot;id&quot;:&quot;819aee73-a0a2-4380-a436-a557525fa29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2" y="360000"/>
            <a:ext cx="727003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281de79b-cce6-4308-a6d3-2c16a47ae934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286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495420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3869" y="505383"/>
            <a:ext cx="11183564" cy="430759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71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1091661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>
          <p15:clr>
            <a:srgbClr val="FBAE40"/>
          </p15:clr>
        </p15:guide>
        <p15:guide id="2" orient="horz" pos="970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3090446"/>
            <a:ext cx="11182288" cy="677108"/>
          </a:xfrm>
        </p:spPr>
        <p:txBody>
          <a:bodyPr anchor="ctr" anchorCtr="0">
            <a:noAutofit/>
          </a:bodyPr>
          <a:lstStyle>
            <a:lvl1pPr>
              <a:defRPr sz="4398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19047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2" y="3427200"/>
            <a:ext cx="12192000" cy="3430800"/>
          </a:xfrm>
          <a:noFill/>
        </p:spPr>
        <p:txBody>
          <a:bodyPr tIns="324000"/>
          <a:lstStyle>
            <a:lvl1pPr marL="0" marR="0" indent="0" algn="ctr" defTabSz="108790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790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398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933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2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398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4052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2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8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1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3"/>
            <a:ext cx="11183564" cy="430759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24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1" y="1548000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548000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3"/>
            <a:ext cx="11183564" cy="430759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21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2">
          <p15:clr>
            <a:srgbClr val="FBAE40"/>
          </p15:clr>
        </p15:guide>
        <p15:guide id="4" pos="3673">
          <p15:clr>
            <a:srgbClr val="FBAE40"/>
          </p15:clr>
        </p15:guide>
        <p15:guide id="5" pos="4006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4361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4115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3"/>
            <a:ext cx="11183564" cy="430759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8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2">
          <p15:clr>
            <a:srgbClr val="FBAE40"/>
          </p15:clr>
        </p15:guide>
        <p15:guide id="4" pos="2716">
          <p15:clr>
            <a:srgbClr val="FBAE40"/>
          </p15:clr>
        </p15:guide>
        <p15:guide id="5" pos="4963">
          <p15:clr>
            <a:srgbClr val="FBAE40"/>
          </p15:clr>
        </p15:guide>
        <p15:guide id="6" pos="5118">
          <p15:clr>
            <a:srgbClr val="FBAE40"/>
          </p15:clr>
        </p15:guide>
        <p15:guide id="7" pos="7362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4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0821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0821" y="1548005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70" y="1548005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3"/>
            <a:ext cx="11183564" cy="430759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3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1">
          <p15:clr>
            <a:srgbClr val="FBAE40"/>
          </p15:clr>
        </p15:guide>
        <p15:guide id="9" pos="3999">
          <p15:clr>
            <a:srgbClr val="FBAE40"/>
          </p15:clr>
        </p15:guide>
        <p15:guide id="10" pos="736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7117" y="4354926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7117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0494" y="4354926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0494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4354926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70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3"/>
            <a:ext cx="11183564" cy="430759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96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4">
          <p15:clr>
            <a:srgbClr val="FBAE40"/>
          </p15:clr>
        </p15:guide>
        <p15:guide id="4" pos="2772">
          <p15:clr>
            <a:srgbClr val="FBAE40"/>
          </p15:clr>
        </p15:guide>
        <p15:guide id="5" pos="4909">
          <p15:clr>
            <a:srgbClr val="FBAE40"/>
          </p15:clr>
        </p15:guide>
        <p15:guide id="6" pos="5226">
          <p15:clr>
            <a:srgbClr val="FBAE40"/>
          </p15:clr>
        </p15:guide>
        <p15:guide id="7" pos="7362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2463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2463" y="1548005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49600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49600" y="1548005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6735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6735" y="1548005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8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70" y="1548005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3"/>
            <a:ext cx="11183564" cy="430759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7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8">
          <p15:clr>
            <a:srgbClr val="FBAE40"/>
          </p15:clr>
        </p15:guide>
        <p15:guide id="10" pos="3682">
          <p15:clr>
            <a:srgbClr val="FBAE40"/>
          </p15:clr>
        </p15:guide>
        <p15:guide id="11" pos="3999">
          <p15:clr>
            <a:srgbClr val="FBAE40"/>
          </p15:clr>
        </p15:guide>
        <p15:guide id="12" pos="5524">
          <p15:clr>
            <a:srgbClr val="FBAE40"/>
          </p15:clr>
        </p15:guide>
        <p15:guide id="13" pos="5840">
          <p15:clr>
            <a:srgbClr val="FBAE40"/>
          </p15:clr>
        </p15:guide>
        <p15:guide id="14" pos="736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800000"/>
            <a:ext cx="11182288" cy="3285032"/>
          </a:xfrm>
        </p:spPr>
        <p:txBody>
          <a:bodyPr/>
          <a:lstStyle>
            <a:lvl1pPr marL="395683" indent="-395683">
              <a:lnSpc>
                <a:spcPct val="90000"/>
              </a:lnSpc>
              <a:spcBef>
                <a:spcPts val="600"/>
              </a:spcBef>
              <a:defRPr sz="5995" b="0" i="0">
                <a:latin typeface="72 Brand Medium" panose="020B0504030603020204" pitchFamily="34" charset="0"/>
              </a:defRPr>
            </a:lvl1pPr>
            <a:lvl2pPr marL="395683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81058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60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548000"/>
            <a:ext cx="7090154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3"/>
            <a:ext cx="7090154" cy="430759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85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5">
          <p15:clr>
            <a:srgbClr val="FBAE40"/>
          </p15:clr>
        </p15:guide>
        <p15:guide id="4" pos="5110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0"/>
            <a:ext cx="12192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916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0821" y="1557338"/>
            <a:ext cx="5326613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548000"/>
            <a:ext cx="5326613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3"/>
            <a:ext cx="11183564" cy="430759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0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972">
          <p15:clr>
            <a:srgbClr val="FBAE40"/>
          </p15:clr>
        </p15:guide>
        <p15:guide id="3" pos="3673">
          <p15:clr>
            <a:srgbClr val="FBAE40"/>
          </p15:clr>
        </p15:guide>
        <p15:guide id="4" pos="4007">
          <p15:clr>
            <a:srgbClr val="FBAE40"/>
          </p15:clr>
        </p15:guide>
        <p15:guide id="5" pos="73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48000"/>
            <a:ext cx="11182288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3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2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104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latin typeface="+mn-lt"/>
              </a:rPr>
              <a:t>www.sap.com</a:t>
            </a:r>
            <a:r>
              <a:rPr lang="en-US" sz="600" b="0" i="0"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8" y="1543050"/>
            <a:ext cx="5412068" cy="846386"/>
          </a:xfrm>
        </p:spPr>
        <p:txBody>
          <a:bodyPr/>
          <a:lstStyle>
            <a:lvl1pPr>
              <a:defRPr sz="5496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1818" y="5990000"/>
            <a:ext cx="350549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363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2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439871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3781" y="0"/>
            <a:ext cx="6118219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237551887" name="LogoBlue-Dynamic" descr="{&quot;templafy&quot;:{&quot;id&quot;:&quot;31fb104a-4bd2-4be1-990c-9956a246a6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dd500091-516e-4e09-935d-a8446760ab37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061487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8512" y="1216760"/>
            <a:ext cx="8885550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10897962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74853631" name="LogoWhite-Dynamic" descr="{&quot;templafy&quot;:{&quot;id&quot;:&quot;d4065cf0-3d7d-4421-8dd7-4a927a68200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79cac289-6949-46c4-afc6-3b10b6515444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22728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0409" y="0"/>
            <a:ext cx="5091591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656" y="250522"/>
            <a:ext cx="4536910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4419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5126167" name="LogoWhite-Dynamic" descr="{&quot;templafy&quot;:{&quot;id&quot;:&quot;a0696034-9670-4d7b-a80a-e5801256b450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efe1d89f-eade-44b0-a576-0c0f42301897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3607" y="1129553"/>
            <a:ext cx="6884669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663157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7550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552826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7916" y="2029240"/>
            <a:ext cx="5710200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15a0c36e-cfcd-42f4-8d96-f48f504a4dda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69494402" name="LogoBlack-Dynamic" descr="{&quot;templafy&quot;:{&quot;id&quot;:&quot;f018ab10-9877-4c1a-903d-8e20a0516eb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7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2000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136983403" name="LogoBlue-Dynamic" descr="{&quot;templafy&quot;:{&quot;id&quot;:&quot;b86c6774-bfb5-42ce-af29-ad7c8e956cc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6218600"/>
            <a:ext cx="727003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a4489086-5ad1-4eb9-8912-a3dfda15f59c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01" y="5724000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14298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3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1121" y="1275474"/>
            <a:ext cx="606776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02517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2398661" name="LogoBlue-Dynamic" descr="{&quot;templafy&quot;:{&quot;id&quot;:&quot;77d39480-6bb2-4f9e-b166-58e397c730e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c215a143-e24c-42fe-8717-bcd7348f576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808519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Pr>
        <a:solidFill>
          <a:srgbClr val="EBF8FF">
            <a:alpha val="3490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EBF8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92837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36947158" name="LogoBlack-Dynamic" descr="{&quot;templafy&quot;:{&quot;id&quot;:&quot;c55a38a9-de1b-495a-8b58-131e1d52fd5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54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5" name="Anvil" descr="preencoded.png">
            <a:extLst>
              <a:ext uri="{FF2B5EF4-FFF2-40B4-BE49-F238E27FC236}">
                <a16:creationId xmlns:a16="http://schemas.microsoft.com/office/drawing/2014/main" id="{2384FC7E-529D-ABDF-A914-031C308F2C30}"/>
              </a:ext>
            </a:extLst>
          </p:cNvPr>
          <p:cNvSpPr/>
          <p:nvPr userDrawn="1"/>
        </p:nvSpPr>
        <p:spPr>
          <a:xfrm>
            <a:off x="780171" y="1275476"/>
            <a:ext cx="7981723" cy="3935411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87480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22620398" name="LogoWhite-Dynamic" descr="{&quot;templafy&quot;:{&quot;id&quot;:&quot;57053213-140f-42e4-b279-3aff034a8e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d79d039e-49b3-4324-b9e4-2a15bf64436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314454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1503213" y="989323"/>
            <a:ext cx="9185575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92837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52421156" name="LogoBlack-Dynamic" descr="{&quot;templafy&quot;:{&quot;id&quot;:&quot;65841d7c-a25a-482e-8a0b-399fe2060e8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9a099f80-0352-4bc9-9d82-a824546006f3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229208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7110" y="0"/>
            <a:ext cx="6084890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02517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3284910" name="LogoBlue-Dynamic" descr="{&quot;templafy&quot;:{&quot;id&quot;:&quot;290322f9-1797-4b4d-8043-942607235499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4f902db-19ce-473e-a6ef-bfcbbe21a93e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632423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1"/>
            <a:ext cx="12192000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159" y="1156532"/>
            <a:ext cx="5612260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4022" y="0"/>
            <a:ext cx="4357979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263" y="2051754"/>
            <a:ext cx="5528264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21219822" name="LogoWhite-Dynamic" descr="{&quot;templafy&quot;:{&quot;id&quot;:&quot;819aee73-a0a2-4380-a436-a557525fa29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281de79b-cce6-4308-a6d3-2c16a47ae934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286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526749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3869" y="505381"/>
            <a:ext cx="1118356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69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1257924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>
          <p15:clr>
            <a:srgbClr val="FBAE40"/>
          </p15:clr>
        </p15:guide>
        <p15:guide id="2" orient="horz" pos="970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3090446"/>
            <a:ext cx="11182288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3611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2000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22708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2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68639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2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8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64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548000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85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2">
          <p15:clr>
            <a:srgbClr val="FBAE40"/>
          </p15:clr>
        </p15:guide>
        <p15:guide id="4" pos="3673">
          <p15:clr>
            <a:srgbClr val="FBAE40"/>
          </p15:clr>
        </p15:guide>
        <p15:guide id="5" pos="4006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4361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4115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2">
          <p15:clr>
            <a:srgbClr val="FBAE40"/>
          </p15:clr>
        </p15:guide>
        <p15:guide id="4" pos="2716">
          <p15:clr>
            <a:srgbClr val="FBAE40"/>
          </p15:clr>
        </p15:guide>
        <p15:guide id="5" pos="4963">
          <p15:clr>
            <a:srgbClr val="FBAE40"/>
          </p15:clr>
        </p15:guide>
        <p15:guide id="6" pos="5118">
          <p15:clr>
            <a:srgbClr val="FBAE40"/>
          </p15:clr>
        </p15:guide>
        <p15:guide id="7" pos="7362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4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0820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0820" y="1548001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48001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56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1">
          <p15:clr>
            <a:srgbClr val="FBAE40"/>
          </p15:clr>
        </p15:guide>
        <p15:guide id="9" pos="3999">
          <p15:clr>
            <a:srgbClr val="FBAE40"/>
          </p15:clr>
        </p15:guide>
        <p15:guide id="10" pos="736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7116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7116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0493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0493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48000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85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4">
          <p15:clr>
            <a:srgbClr val="FBAE40"/>
          </p15:clr>
        </p15:guide>
        <p15:guide id="4" pos="2772">
          <p15:clr>
            <a:srgbClr val="FBAE40"/>
          </p15:clr>
        </p15:guide>
        <p15:guide id="5" pos="4909">
          <p15:clr>
            <a:srgbClr val="FBAE40"/>
          </p15:clr>
        </p15:guide>
        <p15:guide id="6" pos="5226">
          <p15:clr>
            <a:srgbClr val="FBAE40"/>
          </p15:clr>
        </p15:guide>
        <p15:guide id="7" pos="7362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2462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2462" y="1548001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49599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49599" y="1548001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6734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6734" y="1548001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387720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48001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5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8">
          <p15:clr>
            <a:srgbClr val="FBAE40"/>
          </p15:clr>
        </p15:guide>
        <p15:guide id="10" pos="3682">
          <p15:clr>
            <a:srgbClr val="FBAE40"/>
          </p15:clr>
        </p15:guide>
        <p15:guide id="11" pos="3999">
          <p15:clr>
            <a:srgbClr val="FBAE40"/>
          </p15:clr>
        </p15:guide>
        <p15:guide id="12" pos="5524">
          <p15:clr>
            <a:srgbClr val="FBAE40"/>
          </p15:clr>
        </p15:guide>
        <p15:guide id="13" pos="5840">
          <p15:clr>
            <a:srgbClr val="FBAE40"/>
          </p15:clr>
        </p15:guide>
        <p15:guide id="14" pos="7362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800000"/>
            <a:ext cx="11182288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30370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548000"/>
            <a:ext cx="7090154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709015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93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5">
          <p15:clr>
            <a:srgbClr val="FBAE40"/>
          </p15:clr>
        </p15:guide>
        <p15:guide id="4" pos="5110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2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00855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0820" y="1557338"/>
            <a:ext cx="5326613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5326613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2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972">
          <p15:clr>
            <a:srgbClr val="FBAE40"/>
          </p15:clr>
        </p15:guide>
        <p15:guide id="3" pos="3673">
          <p15:clr>
            <a:srgbClr val="FBAE40"/>
          </p15:clr>
        </p15:guide>
        <p15:guide id="4" pos="4007">
          <p15:clr>
            <a:srgbClr val="FBAE40"/>
          </p15:clr>
        </p15:guide>
        <p15:guide id="5" pos="73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48000"/>
            <a:ext cx="11182288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2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835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latin typeface="+mn-lt"/>
              </a:rPr>
              <a:t>www.sap.com</a:t>
            </a:r>
            <a:r>
              <a:rPr lang="en-US" sz="600" b="0" i="0"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1543050"/>
            <a:ext cx="5412068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817" y="5990000"/>
            <a:ext cx="350549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339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2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7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2.xml"/><Relationship Id="rId63" Type="http://schemas.openxmlformats.org/officeDocument/2006/relationships/tags" Target="../tags/tag33.xml"/><Relationship Id="rId84" Type="http://schemas.openxmlformats.org/officeDocument/2006/relationships/tags" Target="../tags/tag54.xml"/><Relationship Id="rId138" Type="http://schemas.openxmlformats.org/officeDocument/2006/relationships/tags" Target="../tags/tag108.xml"/><Relationship Id="rId107" Type="http://schemas.openxmlformats.org/officeDocument/2006/relationships/tags" Target="../tags/tag77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2.xml"/><Relationship Id="rId53" Type="http://schemas.openxmlformats.org/officeDocument/2006/relationships/tags" Target="../tags/tag23.xml"/><Relationship Id="rId74" Type="http://schemas.openxmlformats.org/officeDocument/2006/relationships/tags" Target="../tags/tag44.xml"/><Relationship Id="rId128" Type="http://schemas.openxmlformats.org/officeDocument/2006/relationships/tags" Target="../tags/tag98.xml"/><Relationship Id="rId149" Type="http://schemas.openxmlformats.org/officeDocument/2006/relationships/tags" Target="../tags/tag119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3.xml"/><Relationship Id="rId48" Type="http://schemas.openxmlformats.org/officeDocument/2006/relationships/tags" Target="../tags/tag18.xml"/><Relationship Id="rId64" Type="http://schemas.openxmlformats.org/officeDocument/2006/relationships/tags" Target="../tags/tag34.xml"/><Relationship Id="rId69" Type="http://schemas.openxmlformats.org/officeDocument/2006/relationships/tags" Target="../tags/tag39.xml"/><Relationship Id="rId113" Type="http://schemas.openxmlformats.org/officeDocument/2006/relationships/tags" Target="../tags/tag83.xml"/><Relationship Id="rId118" Type="http://schemas.openxmlformats.org/officeDocument/2006/relationships/tags" Target="../tags/tag88.xml"/><Relationship Id="rId134" Type="http://schemas.openxmlformats.org/officeDocument/2006/relationships/tags" Target="../tags/tag104.xml"/><Relationship Id="rId139" Type="http://schemas.openxmlformats.org/officeDocument/2006/relationships/tags" Target="../tags/tag109.xml"/><Relationship Id="rId80" Type="http://schemas.openxmlformats.org/officeDocument/2006/relationships/tags" Target="../tags/tag50.xml"/><Relationship Id="rId85" Type="http://schemas.openxmlformats.org/officeDocument/2006/relationships/tags" Target="../tags/tag55.xml"/><Relationship Id="rId150" Type="http://schemas.openxmlformats.org/officeDocument/2006/relationships/tags" Target="../tags/tag12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3.xml"/><Relationship Id="rId38" Type="http://schemas.openxmlformats.org/officeDocument/2006/relationships/tags" Target="../tags/tag8.xml"/><Relationship Id="rId59" Type="http://schemas.openxmlformats.org/officeDocument/2006/relationships/tags" Target="../tags/tag29.xml"/><Relationship Id="rId103" Type="http://schemas.openxmlformats.org/officeDocument/2006/relationships/tags" Target="../tags/tag73.xml"/><Relationship Id="rId108" Type="http://schemas.openxmlformats.org/officeDocument/2006/relationships/tags" Target="../tags/tag78.xml"/><Relationship Id="rId124" Type="http://schemas.openxmlformats.org/officeDocument/2006/relationships/tags" Target="../tags/tag94.xml"/><Relationship Id="rId129" Type="http://schemas.openxmlformats.org/officeDocument/2006/relationships/tags" Target="../tags/tag99.xml"/><Relationship Id="rId54" Type="http://schemas.openxmlformats.org/officeDocument/2006/relationships/tags" Target="../tags/tag24.xml"/><Relationship Id="rId70" Type="http://schemas.openxmlformats.org/officeDocument/2006/relationships/tags" Target="../tags/tag40.xml"/><Relationship Id="rId75" Type="http://schemas.openxmlformats.org/officeDocument/2006/relationships/tags" Target="../tags/tag45.xml"/><Relationship Id="rId91" Type="http://schemas.openxmlformats.org/officeDocument/2006/relationships/tags" Target="../tags/tag61.xml"/><Relationship Id="rId96" Type="http://schemas.openxmlformats.org/officeDocument/2006/relationships/tags" Target="../tags/tag66.xml"/><Relationship Id="rId140" Type="http://schemas.openxmlformats.org/officeDocument/2006/relationships/tags" Target="../tags/tag110.xml"/><Relationship Id="rId145" Type="http://schemas.openxmlformats.org/officeDocument/2006/relationships/tags" Target="../tags/tag1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19.xml"/><Relationship Id="rId114" Type="http://schemas.openxmlformats.org/officeDocument/2006/relationships/tags" Target="../tags/tag84.xml"/><Relationship Id="rId119" Type="http://schemas.openxmlformats.org/officeDocument/2006/relationships/tags" Target="../tags/tag89.xml"/><Relationship Id="rId44" Type="http://schemas.openxmlformats.org/officeDocument/2006/relationships/tags" Target="../tags/tag14.xml"/><Relationship Id="rId60" Type="http://schemas.openxmlformats.org/officeDocument/2006/relationships/tags" Target="../tags/tag30.xml"/><Relationship Id="rId65" Type="http://schemas.openxmlformats.org/officeDocument/2006/relationships/tags" Target="../tags/tag35.xml"/><Relationship Id="rId81" Type="http://schemas.openxmlformats.org/officeDocument/2006/relationships/tags" Target="../tags/tag51.xml"/><Relationship Id="rId86" Type="http://schemas.openxmlformats.org/officeDocument/2006/relationships/tags" Target="../tags/tag56.xml"/><Relationship Id="rId130" Type="http://schemas.openxmlformats.org/officeDocument/2006/relationships/tags" Target="../tags/tag100.xml"/><Relationship Id="rId135" Type="http://schemas.openxmlformats.org/officeDocument/2006/relationships/tags" Target="../tags/tag105.xml"/><Relationship Id="rId151" Type="http://schemas.openxmlformats.org/officeDocument/2006/relationships/tags" Target="../tags/tag121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9.xml"/><Relationship Id="rId109" Type="http://schemas.openxmlformats.org/officeDocument/2006/relationships/tags" Target="../tags/tag79.xml"/><Relationship Id="rId34" Type="http://schemas.openxmlformats.org/officeDocument/2006/relationships/tags" Target="../tags/tag4.xml"/><Relationship Id="rId50" Type="http://schemas.openxmlformats.org/officeDocument/2006/relationships/tags" Target="../tags/tag20.xml"/><Relationship Id="rId55" Type="http://schemas.openxmlformats.org/officeDocument/2006/relationships/tags" Target="../tags/tag25.xml"/><Relationship Id="rId76" Type="http://schemas.openxmlformats.org/officeDocument/2006/relationships/tags" Target="../tags/tag46.xml"/><Relationship Id="rId97" Type="http://schemas.openxmlformats.org/officeDocument/2006/relationships/tags" Target="../tags/tag67.xml"/><Relationship Id="rId104" Type="http://schemas.openxmlformats.org/officeDocument/2006/relationships/tags" Target="../tags/tag74.xml"/><Relationship Id="rId120" Type="http://schemas.openxmlformats.org/officeDocument/2006/relationships/tags" Target="../tags/tag90.xml"/><Relationship Id="rId125" Type="http://schemas.openxmlformats.org/officeDocument/2006/relationships/tags" Target="../tags/tag95.xml"/><Relationship Id="rId141" Type="http://schemas.openxmlformats.org/officeDocument/2006/relationships/tags" Target="../tags/tag111.xml"/><Relationship Id="rId146" Type="http://schemas.openxmlformats.org/officeDocument/2006/relationships/tags" Target="../tags/tag116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1.xml"/><Relationship Id="rId92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0.xml"/><Relationship Id="rId45" Type="http://schemas.openxmlformats.org/officeDocument/2006/relationships/tags" Target="../tags/tag15.xml"/><Relationship Id="rId66" Type="http://schemas.openxmlformats.org/officeDocument/2006/relationships/tags" Target="../tags/tag36.xml"/><Relationship Id="rId87" Type="http://schemas.openxmlformats.org/officeDocument/2006/relationships/tags" Target="../tags/tag57.xml"/><Relationship Id="rId110" Type="http://schemas.openxmlformats.org/officeDocument/2006/relationships/tags" Target="../tags/tag80.xml"/><Relationship Id="rId115" Type="http://schemas.openxmlformats.org/officeDocument/2006/relationships/tags" Target="../tags/tag85.xml"/><Relationship Id="rId131" Type="http://schemas.openxmlformats.org/officeDocument/2006/relationships/tags" Target="../tags/tag101.xml"/><Relationship Id="rId136" Type="http://schemas.openxmlformats.org/officeDocument/2006/relationships/tags" Target="../tags/tag106.xml"/><Relationship Id="rId61" Type="http://schemas.openxmlformats.org/officeDocument/2006/relationships/tags" Target="../tags/tag31.xml"/><Relationship Id="rId82" Type="http://schemas.openxmlformats.org/officeDocument/2006/relationships/tags" Target="../tags/tag52.xml"/><Relationship Id="rId152" Type="http://schemas.openxmlformats.org/officeDocument/2006/relationships/tags" Target="../tags/tag12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heme" Target="../theme/theme1.xml"/><Relationship Id="rId35" Type="http://schemas.openxmlformats.org/officeDocument/2006/relationships/tags" Target="../tags/tag5.xml"/><Relationship Id="rId56" Type="http://schemas.openxmlformats.org/officeDocument/2006/relationships/tags" Target="../tags/tag26.xml"/><Relationship Id="rId77" Type="http://schemas.openxmlformats.org/officeDocument/2006/relationships/tags" Target="../tags/tag47.xml"/><Relationship Id="rId100" Type="http://schemas.openxmlformats.org/officeDocument/2006/relationships/tags" Target="../tags/tag70.xml"/><Relationship Id="rId105" Type="http://schemas.openxmlformats.org/officeDocument/2006/relationships/tags" Target="../tags/tag75.xml"/><Relationship Id="rId126" Type="http://schemas.openxmlformats.org/officeDocument/2006/relationships/tags" Target="../tags/tag96.xml"/><Relationship Id="rId147" Type="http://schemas.openxmlformats.org/officeDocument/2006/relationships/tags" Target="../tags/tag117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1.xml"/><Relationship Id="rId72" Type="http://schemas.openxmlformats.org/officeDocument/2006/relationships/tags" Target="../tags/tag42.xml"/><Relationship Id="rId93" Type="http://schemas.openxmlformats.org/officeDocument/2006/relationships/tags" Target="../tags/tag63.xml"/><Relationship Id="rId98" Type="http://schemas.openxmlformats.org/officeDocument/2006/relationships/tags" Target="../tags/tag68.xml"/><Relationship Id="rId121" Type="http://schemas.openxmlformats.org/officeDocument/2006/relationships/tags" Target="../tags/tag91.xml"/><Relationship Id="rId142" Type="http://schemas.openxmlformats.org/officeDocument/2006/relationships/tags" Target="../tags/tag112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6.xml"/><Relationship Id="rId67" Type="http://schemas.openxmlformats.org/officeDocument/2006/relationships/tags" Target="../tags/tag37.xml"/><Relationship Id="rId116" Type="http://schemas.openxmlformats.org/officeDocument/2006/relationships/tags" Target="../tags/tag86.xml"/><Relationship Id="rId137" Type="http://schemas.openxmlformats.org/officeDocument/2006/relationships/tags" Target="../tags/tag107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1.xml"/><Relationship Id="rId62" Type="http://schemas.openxmlformats.org/officeDocument/2006/relationships/tags" Target="../tags/tag32.xml"/><Relationship Id="rId83" Type="http://schemas.openxmlformats.org/officeDocument/2006/relationships/tags" Target="../tags/tag53.xml"/><Relationship Id="rId88" Type="http://schemas.openxmlformats.org/officeDocument/2006/relationships/tags" Target="../tags/tag58.xml"/><Relationship Id="rId111" Type="http://schemas.openxmlformats.org/officeDocument/2006/relationships/tags" Target="../tags/tag81.xml"/><Relationship Id="rId132" Type="http://schemas.openxmlformats.org/officeDocument/2006/relationships/tags" Target="../tags/tag102.xml"/><Relationship Id="rId153" Type="http://schemas.openxmlformats.org/officeDocument/2006/relationships/tags" Target="../tags/tag123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6.xml"/><Relationship Id="rId57" Type="http://schemas.openxmlformats.org/officeDocument/2006/relationships/tags" Target="../tags/tag27.xml"/><Relationship Id="rId106" Type="http://schemas.openxmlformats.org/officeDocument/2006/relationships/tags" Target="../tags/tag76.xml"/><Relationship Id="rId127" Type="http://schemas.openxmlformats.org/officeDocument/2006/relationships/tags" Target="../tags/tag97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.xml"/><Relationship Id="rId52" Type="http://schemas.openxmlformats.org/officeDocument/2006/relationships/tags" Target="../tags/tag22.xml"/><Relationship Id="rId73" Type="http://schemas.openxmlformats.org/officeDocument/2006/relationships/tags" Target="../tags/tag43.xml"/><Relationship Id="rId78" Type="http://schemas.openxmlformats.org/officeDocument/2006/relationships/tags" Target="../tags/tag48.xml"/><Relationship Id="rId94" Type="http://schemas.openxmlformats.org/officeDocument/2006/relationships/tags" Target="../tags/tag64.xml"/><Relationship Id="rId99" Type="http://schemas.openxmlformats.org/officeDocument/2006/relationships/tags" Target="../tags/tag69.xml"/><Relationship Id="rId101" Type="http://schemas.openxmlformats.org/officeDocument/2006/relationships/tags" Target="../tags/tag71.xml"/><Relationship Id="rId122" Type="http://schemas.openxmlformats.org/officeDocument/2006/relationships/tags" Target="../tags/tag92.xml"/><Relationship Id="rId143" Type="http://schemas.openxmlformats.org/officeDocument/2006/relationships/tags" Target="../tags/tag113.xml"/><Relationship Id="rId148" Type="http://schemas.openxmlformats.org/officeDocument/2006/relationships/tags" Target="../tags/tag11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7.xml"/><Relationship Id="rId68" Type="http://schemas.openxmlformats.org/officeDocument/2006/relationships/tags" Target="../tags/tag38.xml"/><Relationship Id="rId89" Type="http://schemas.openxmlformats.org/officeDocument/2006/relationships/tags" Target="../tags/tag59.xml"/><Relationship Id="rId112" Type="http://schemas.openxmlformats.org/officeDocument/2006/relationships/tags" Target="../tags/tag82.xml"/><Relationship Id="rId133" Type="http://schemas.openxmlformats.org/officeDocument/2006/relationships/tags" Target="../tags/tag103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7.xml"/><Relationship Id="rId58" Type="http://schemas.openxmlformats.org/officeDocument/2006/relationships/tags" Target="../tags/tag28.xml"/><Relationship Id="rId79" Type="http://schemas.openxmlformats.org/officeDocument/2006/relationships/tags" Target="../tags/tag49.xml"/><Relationship Id="rId102" Type="http://schemas.openxmlformats.org/officeDocument/2006/relationships/tags" Target="../tags/tag72.xml"/><Relationship Id="rId123" Type="http://schemas.openxmlformats.org/officeDocument/2006/relationships/tags" Target="../tags/tag93.xml"/><Relationship Id="rId144" Type="http://schemas.openxmlformats.org/officeDocument/2006/relationships/tags" Target="../tags/tag114.xml"/><Relationship Id="rId90" Type="http://schemas.openxmlformats.org/officeDocument/2006/relationships/tags" Target="../tags/tag60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tags" Target="../tags/tag210.xml"/><Relationship Id="rId21" Type="http://schemas.openxmlformats.org/officeDocument/2006/relationships/slideLayout" Target="../slideLayouts/slideLayout50.xml"/><Relationship Id="rId42" Type="http://schemas.openxmlformats.org/officeDocument/2006/relationships/tags" Target="../tags/tag135.xml"/><Relationship Id="rId63" Type="http://schemas.openxmlformats.org/officeDocument/2006/relationships/tags" Target="../tags/tag156.xml"/><Relationship Id="rId84" Type="http://schemas.openxmlformats.org/officeDocument/2006/relationships/tags" Target="../tags/tag177.xml"/><Relationship Id="rId138" Type="http://schemas.openxmlformats.org/officeDocument/2006/relationships/tags" Target="../tags/tag231.xml"/><Relationship Id="rId107" Type="http://schemas.openxmlformats.org/officeDocument/2006/relationships/tags" Target="../tags/tag200.xml"/><Relationship Id="rId11" Type="http://schemas.openxmlformats.org/officeDocument/2006/relationships/slideLayout" Target="../slideLayouts/slideLayout40.xml"/><Relationship Id="rId32" Type="http://schemas.openxmlformats.org/officeDocument/2006/relationships/tags" Target="../tags/tag125.xml"/><Relationship Id="rId53" Type="http://schemas.openxmlformats.org/officeDocument/2006/relationships/tags" Target="../tags/tag146.xml"/><Relationship Id="rId74" Type="http://schemas.openxmlformats.org/officeDocument/2006/relationships/tags" Target="../tags/tag167.xml"/><Relationship Id="rId128" Type="http://schemas.openxmlformats.org/officeDocument/2006/relationships/tags" Target="../tags/tag221.xml"/><Relationship Id="rId149" Type="http://schemas.openxmlformats.org/officeDocument/2006/relationships/tags" Target="../tags/tag242.xml"/><Relationship Id="rId5" Type="http://schemas.openxmlformats.org/officeDocument/2006/relationships/slideLayout" Target="../slideLayouts/slideLayout34.xml"/><Relationship Id="rId95" Type="http://schemas.openxmlformats.org/officeDocument/2006/relationships/tags" Target="../tags/tag188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43" Type="http://schemas.openxmlformats.org/officeDocument/2006/relationships/tags" Target="../tags/tag136.xml"/><Relationship Id="rId48" Type="http://schemas.openxmlformats.org/officeDocument/2006/relationships/tags" Target="../tags/tag141.xml"/><Relationship Id="rId64" Type="http://schemas.openxmlformats.org/officeDocument/2006/relationships/tags" Target="../tags/tag157.xml"/><Relationship Id="rId69" Type="http://schemas.openxmlformats.org/officeDocument/2006/relationships/tags" Target="../tags/tag162.xml"/><Relationship Id="rId113" Type="http://schemas.openxmlformats.org/officeDocument/2006/relationships/tags" Target="../tags/tag206.xml"/><Relationship Id="rId118" Type="http://schemas.openxmlformats.org/officeDocument/2006/relationships/tags" Target="../tags/tag211.xml"/><Relationship Id="rId134" Type="http://schemas.openxmlformats.org/officeDocument/2006/relationships/tags" Target="../tags/tag227.xml"/><Relationship Id="rId139" Type="http://schemas.openxmlformats.org/officeDocument/2006/relationships/tags" Target="../tags/tag232.xml"/><Relationship Id="rId80" Type="http://schemas.openxmlformats.org/officeDocument/2006/relationships/tags" Target="../tags/tag173.xml"/><Relationship Id="rId85" Type="http://schemas.openxmlformats.org/officeDocument/2006/relationships/tags" Target="../tags/tag178.xml"/><Relationship Id="rId150" Type="http://schemas.openxmlformats.org/officeDocument/2006/relationships/tags" Target="../tags/tag243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33" Type="http://schemas.openxmlformats.org/officeDocument/2006/relationships/tags" Target="../tags/tag126.xml"/><Relationship Id="rId38" Type="http://schemas.openxmlformats.org/officeDocument/2006/relationships/tags" Target="../tags/tag131.xml"/><Relationship Id="rId59" Type="http://schemas.openxmlformats.org/officeDocument/2006/relationships/tags" Target="../tags/tag152.xml"/><Relationship Id="rId103" Type="http://schemas.openxmlformats.org/officeDocument/2006/relationships/tags" Target="../tags/tag196.xml"/><Relationship Id="rId108" Type="http://schemas.openxmlformats.org/officeDocument/2006/relationships/tags" Target="../tags/tag201.xml"/><Relationship Id="rId124" Type="http://schemas.openxmlformats.org/officeDocument/2006/relationships/tags" Target="../tags/tag217.xml"/><Relationship Id="rId129" Type="http://schemas.openxmlformats.org/officeDocument/2006/relationships/tags" Target="../tags/tag222.xml"/><Relationship Id="rId54" Type="http://schemas.openxmlformats.org/officeDocument/2006/relationships/tags" Target="../tags/tag147.xml"/><Relationship Id="rId70" Type="http://schemas.openxmlformats.org/officeDocument/2006/relationships/tags" Target="../tags/tag163.xml"/><Relationship Id="rId75" Type="http://schemas.openxmlformats.org/officeDocument/2006/relationships/tags" Target="../tags/tag168.xml"/><Relationship Id="rId91" Type="http://schemas.openxmlformats.org/officeDocument/2006/relationships/tags" Target="../tags/tag184.xml"/><Relationship Id="rId96" Type="http://schemas.openxmlformats.org/officeDocument/2006/relationships/tags" Target="../tags/tag189.xml"/><Relationship Id="rId140" Type="http://schemas.openxmlformats.org/officeDocument/2006/relationships/tags" Target="../tags/tag233.xml"/><Relationship Id="rId145" Type="http://schemas.openxmlformats.org/officeDocument/2006/relationships/tags" Target="../tags/tag23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49" Type="http://schemas.openxmlformats.org/officeDocument/2006/relationships/tags" Target="../tags/tag142.xml"/><Relationship Id="rId114" Type="http://schemas.openxmlformats.org/officeDocument/2006/relationships/tags" Target="../tags/tag207.xml"/><Relationship Id="rId119" Type="http://schemas.openxmlformats.org/officeDocument/2006/relationships/tags" Target="../tags/tag212.xml"/><Relationship Id="rId44" Type="http://schemas.openxmlformats.org/officeDocument/2006/relationships/tags" Target="../tags/tag137.xml"/><Relationship Id="rId60" Type="http://schemas.openxmlformats.org/officeDocument/2006/relationships/tags" Target="../tags/tag153.xml"/><Relationship Id="rId65" Type="http://schemas.openxmlformats.org/officeDocument/2006/relationships/tags" Target="../tags/tag158.xml"/><Relationship Id="rId81" Type="http://schemas.openxmlformats.org/officeDocument/2006/relationships/tags" Target="../tags/tag174.xml"/><Relationship Id="rId86" Type="http://schemas.openxmlformats.org/officeDocument/2006/relationships/tags" Target="../tags/tag179.xml"/><Relationship Id="rId130" Type="http://schemas.openxmlformats.org/officeDocument/2006/relationships/tags" Target="../tags/tag223.xml"/><Relationship Id="rId135" Type="http://schemas.openxmlformats.org/officeDocument/2006/relationships/tags" Target="../tags/tag228.xml"/><Relationship Id="rId151" Type="http://schemas.openxmlformats.org/officeDocument/2006/relationships/tags" Target="../tags/tag244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9" Type="http://schemas.openxmlformats.org/officeDocument/2006/relationships/tags" Target="../tags/tag132.xml"/><Relationship Id="rId109" Type="http://schemas.openxmlformats.org/officeDocument/2006/relationships/tags" Target="../tags/tag202.xml"/><Relationship Id="rId34" Type="http://schemas.openxmlformats.org/officeDocument/2006/relationships/tags" Target="../tags/tag127.xml"/><Relationship Id="rId50" Type="http://schemas.openxmlformats.org/officeDocument/2006/relationships/tags" Target="../tags/tag143.xml"/><Relationship Id="rId55" Type="http://schemas.openxmlformats.org/officeDocument/2006/relationships/tags" Target="../tags/tag148.xml"/><Relationship Id="rId76" Type="http://schemas.openxmlformats.org/officeDocument/2006/relationships/tags" Target="../tags/tag169.xml"/><Relationship Id="rId97" Type="http://schemas.openxmlformats.org/officeDocument/2006/relationships/tags" Target="../tags/tag190.xml"/><Relationship Id="rId104" Type="http://schemas.openxmlformats.org/officeDocument/2006/relationships/tags" Target="../tags/tag197.xml"/><Relationship Id="rId120" Type="http://schemas.openxmlformats.org/officeDocument/2006/relationships/tags" Target="../tags/tag213.xml"/><Relationship Id="rId125" Type="http://schemas.openxmlformats.org/officeDocument/2006/relationships/tags" Target="../tags/tag218.xml"/><Relationship Id="rId141" Type="http://schemas.openxmlformats.org/officeDocument/2006/relationships/tags" Target="../tags/tag234.xml"/><Relationship Id="rId146" Type="http://schemas.openxmlformats.org/officeDocument/2006/relationships/tags" Target="../tags/tag239.xml"/><Relationship Id="rId7" Type="http://schemas.openxmlformats.org/officeDocument/2006/relationships/slideLayout" Target="../slideLayouts/slideLayout36.xml"/><Relationship Id="rId71" Type="http://schemas.openxmlformats.org/officeDocument/2006/relationships/tags" Target="../tags/tag164.xml"/><Relationship Id="rId92" Type="http://schemas.openxmlformats.org/officeDocument/2006/relationships/tags" Target="../tags/tag185.xml"/><Relationship Id="rId2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3.xml"/><Relationship Id="rId40" Type="http://schemas.openxmlformats.org/officeDocument/2006/relationships/tags" Target="../tags/tag133.xml"/><Relationship Id="rId45" Type="http://schemas.openxmlformats.org/officeDocument/2006/relationships/tags" Target="../tags/tag138.xml"/><Relationship Id="rId66" Type="http://schemas.openxmlformats.org/officeDocument/2006/relationships/tags" Target="../tags/tag159.xml"/><Relationship Id="rId87" Type="http://schemas.openxmlformats.org/officeDocument/2006/relationships/tags" Target="../tags/tag180.xml"/><Relationship Id="rId110" Type="http://schemas.openxmlformats.org/officeDocument/2006/relationships/tags" Target="../tags/tag203.xml"/><Relationship Id="rId115" Type="http://schemas.openxmlformats.org/officeDocument/2006/relationships/tags" Target="../tags/tag208.xml"/><Relationship Id="rId131" Type="http://schemas.openxmlformats.org/officeDocument/2006/relationships/tags" Target="../tags/tag224.xml"/><Relationship Id="rId136" Type="http://schemas.openxmlformats.org/officeDocument/2006/relationships/tags" Target="../tags/tag229.xml"/><Relationship Id="rId61" Type="http://schemas.openxmlformats.org/officeDocument/2006/relationships/tags" Target="../tags/tag154.xml"/><Relationship Id="rId82" Type="http://schemas.openxmlformats.org/officeDocument/2006/relationships/tags" Target="../tags/tag175.xml"/><Relationship Id="rId152" Type="http://schemas.openxmlformats.org/officeDocument/2006/relationships/tags" Target="../tags/tag245.xml"/><Relationship Id="rId1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3.xml"/><Relationship Id="rId30" Type="http://schemas.openxmlformats.org/officeDocument/2006/relationships/theme" Target="../theme/theme2.xml"/><Relationship Id="rId35" Type="http://schemas.openxmlformats.org/officeDocument/2006/relationships/tags" Target="../tags/tag128.xml"/><Relationship Id="rId56" Type="http://schemas.openxmlformats.org/officeDocument/2006/relationships/tags" Target="../tags/tag149.xml"/><Relationship Id="rId77" Type="http://schemas.openxmlformats.org/officeDocument/2006/relationships/tags" Target="../tags/tag170.xml"/><Relationship Id="rId100" Type="http://schemas.openxmlformats.org/officeDocument/2006/relationships/tags" Target="../tags/tag193.xml"/><Relationship Id="rId105" Type="http://schemas.openxmlformats.org/officeDocument/2006/relationships/tags" Target="../tags/tag198.xml"/><Relationship Id="rId126" Type="http://schemas.openxmlformats.org/officeDocument/2006/relationships/tags" Target="../tags/tag219.xml"/><Relationship Id="rId147" Type="http://schemas.openxmlformats.org/officeDocument/2006/relationships/tags" Target="../tags/tag240.xml"/><Relationship Id="rId8" Type="http://schemas.openxmlformats.org/officeDocument/2006/relationships/slideLayout" Target="../slideLayouts/slideLayout37.xml"/><Relationship Id="rId51" Type="http://schemas.openxmlformats.org/officeDocument/2006/relationships/tags" Target="../tags/tag144.xml"/><Relationship Id="rId72" Type="http://schemas.openxmlformats.org/officeDocument/2006/relationships/tags" Target="../tags/tag165.xml"/><Relationship Id="rId93" Type="http://schemas.openxmlformats.org/officeDocument/2006/relationships/tags" Target="../tags/tag186.xml"/><Relationship Id="rId98" Type="http://schemas.openxmlformats.org/officeDocument/2006/relationships/tags" Target="../tags/tag191.xml"/><Relationship Id="rId121" Type="http://schemas.openxmlformats.org/officeDocument/2006/relationships/tags" Target="../tags/tag214.xml"/><Relationship Id="rId142" Type="http://schemas.openxmlformats.org/officeDocument/2006/relationships/tags" Target="../tags/tag235.xml"/><Relationship Id="rId3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54.xml"/><Relationship Id="rId46" Type="http://schemas.openxmlformats.org/officeDocument/2006/relationships/tags" Target="../tags/tag139.xml"/><Relationship Id="rId67" Type="http://schemas.openxmlformats.org/officeDocument/2006/relationships/tags" Target="../tags/tag160.xml"/><Relationship Id="rId116" Type="http://schemas.openxmlformats.org/officeDocument/2006/relationships/tags" Target="../tags/tag209.xml"/><Relationship Id="rId137" Type="http://schemas.openxmlformats.org/officeDocument/2006/relationships/tags" Target="../tags/tag230.xml"/><Relationship Id="rId20" Type="http://schemas.openxmlformats.org/officeDocument/2006/relationships/slideLayout" Target="../slideLayouts/slideLayout49.xml"/><Relationship Id="rId41" Type="http://schemas.openxmlformats.org/officeDocument/2006/relationships/tags" Target="../tags/tag134.xml"/><Relationship Id="rId62" Type="http://schemas.openxmlformats.org/officeDocument/2006/relationships/tags" Target="../tags/tag155.xml"/><Relationship Id="rId83" Type="http://schemas.openxmlformats.org/officeDocument/2006/relationships/tags" Target="../tags/tag176.xml"/><Relationship Id="rId88" Type="http://schemas.openxmlformats.org/officeDocument/2006/relationships/tags" Target="../tags/tag181.xml"/><Relationship Id="rId111" Type="http://schemas.openxmlformats.org/officeDocument/2006/relationships/tags" Target="../tags/tag204.xml"/><Relationship Id="rId132" Type="http://schemas.openxmlformats.org/officeDocument/2006/relationships/tags" Target="../tags/tag225.xml"/><Relationship Id="rId153" Type="http://schemas.openxmlformats.org/officeDocument/2006/relationships/tags" Target="../tags/tag246.xml"/><Relationship Id="rId15" Type="http://schemas.openxmlformats.org/officeDocument/2006/relationships/slideLayout" Target="../slideLayouts/slideLayout44.xml"/><Relationship Id="rId36" Type="http://schemas.openxmlformats.org/officeDocument/2006/relationships/tags" Target="../tags/tag129.xml"/><Relationship Id="rId57" Type="http://schemas.openxmlformats.org/officeDocument/2006/relationships/tags" Target="../tags/tag150.xml"/><Relationship Id="rId106" Type="http://schemas.openxmlformats.org/officeDocument/2006/relationships/tags" Target="../tags/tag199.xml"/><Relationship Id="rId127" Type="http://schemas.openxmlformats.org/officeDocument/2006/relationships/tags" Target="../tags/tag220.xml"/><Relationship Id="rId10" Type="http://schemas.openxmlformats.org/officeDocument/2006/relationships/slideLayout" Target="../slideLayouts/slideLayout39.xml"/><Relationship Id="rId31" Type="http://schemas.openxmlformats.org/officeDocument/2006/relationships/tags" Target="../tags/tag124.xml"/><Relationship Id="rId52" Type="http://schemas.openxmlformats.org/officeDocument/2006/relationships/tags" Target="../tags/tag145.xml"/><Relationship Id="rId73" Type="http://schemas.openxmlformats.org/officeDocument/2006/relationships/tags" Target="../tags/tag166.xml"/><Relationship Id="rId78" Type="http://schemas.openxmlformats.org/officeDocument/2006/relationships/tags" Target="../tags/tag171.xml"/><Relationship Id="rId94" Type="http://schemas.openxmlformats.org/officeDocument/2006/relationships/tags" Target="../tags/tag187.xml"/><Relationship Id="rId99" Type="http://schemas.openxmlformats.org/officeDocument/2006/relationships/tags" Target="../tags/tag192.xml"/><Relationship Id="rId101" Type="http://schemas.openxmlformats.org/officeDocument/2006/relationships/tags" Target="../tags/tag194.xml"/><Relationship Id="rId122" Type="http://schemas.openxmlformats.org/officeDocument/2006/relationships/tags" Target="../tags/tag215.xml"/><Relationship Id="rId143" Type="http://schemas.openxmlformats.org/officeDocument/2006/relationships/tags" Target="../tags/tag236.xml"/><Relationship Id="rId148" Type="http://schemas.openxmlformats.org/officeDocument/2006/relationships/tags" Target="../tags/tag241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55.xml"/><Relationship Id="rId47" Type="http://schemas.openxmlformats.org/officeDocument/2006/relationships/tags" Target="../tags/tag140.xml"/><Relationship Id="rId68" Type="http://schemas.openxmlformats.org/officeDocument/2006/relationships/tags" Target="../tags/tag161.xml"/><Relationship Id="rId89" Type="http://schemas.openxmlformats.org/officeDocument/2006/relationships/tags" Target="../tags/tag182.xml"/><Relationship Id="rId112" Type="http://schemas.openxmlformats.org/officeDocument/2006/relationships/tags" Target="../tags/tag205.xml"/><Relationship Id="rId133" Type="http://schemas.openxmlformats.org/officeDocument/2006/relationships/tags" Target="../tags/tag226.xml"/><Relationship Id="rId16" Type="http://schemas.openxmlformats.org/officeDocument/2006/relationships/slideLayout" Target="../slideLayouts/slideLayout45.xml"/><Relationship Id="rId37" Type="http://schemas.openxmlformats.org/officeDocument/2006/relationships/tags" Target="../tags/tag130.xml"/><Relationship Id="rId58" Type="http://schemas.openxmlformats.org/officeDocument/2006/relationships/tags" Target="../tags/tag151.xml"/><Relationship Id="rId79" Type="http://schemas.openxmlformats.org/officeDocument/2006/relationships/tags" Target="../tags/tag172.xml"/><Relationship Id="rId102" Type="http://schemas.openxmlformats.org/officeDocument/2006/relationships/tags" Target="../tags/tag195.xml"/><Relationship Id="rId123" Type="http://schemas.openxmlformats.org/officeDocument/2006/relationships/tags" Target="../tags/tag216.xml"/><Relationship Id="rId144" Type="http://schemas.openxmlformats.org/officeDocument/2006/relationships/tags" Target="../tags/tag237.xml"/><Relationship Id="rId90" Type="http://schemas.openxmlformats.org/officeDocument/2006/relationships/tags" Target="../tags/tag183.xml"/></Relationships>
</file>

<file path=ppt/slideMasters/_rels/slideMaster3.xml.rels><?xml version="1.0" encoding="UTF-8" standalone="yes"?>
<Relationships xmlns="http://schemas.openxmlformats.org/package/2006/relationships"><Relationship Id="rId117" Type="http://schemas.openxmlformats.org/officeDocument/2006/relationships/tags" Target="../tags/tag333.xml"/><Relationship Id="rId21" Type="http://schemas.openxmlformats.org/officeDocument/2006/relationships/slideLayout" Target="../slideLayouts/slideLayout79.xml"/><Relationship Id="rId42" Type="http://schemas.openxmlformats.org/officeDocument/2006/relationships/tags" Target="../tags/tag258.xml"/><Relationship Id="rId63" Type="http://schemas.openxmlformats.org/officeDocument/2006/relationships/tags" Target="../tags/tag279.xml"/><Relationship Id="rId84" Type="http://schemas.openxmlformats.org/officeDocument/2006/relationships/tags" Target="../tags/tag300.xml"/><Relationship Id="rId138" Type="http://schemas.openxmlformats.org/officeDocument/2006/relationships/tags" Target="../tags/tag354.xml"/><Relationship Id="rId107" Type="http://schemas.openxmlformats.org/officeDocument/2006/relationships/tags" Target="../tags/tag323.xml"/><Relationship Id="rId11" Type="http://schemas.openxmlformats.org/officeDocument/2006/relationships/slideLayout" Target="../slideLayouts/slideLayout69.xml"/><Relationship Id="rId32" Type="http://schemas.openxmlformats.org/officeDocument/2006/relationships/tags" Target="../tags/tag248.xml"/><Relationship Id="rId53" Type="http://schemas.openxmlformats.org/officeDocument/2006/relationships/tags" Target="../tags/tag269.xml"/><Relationship Id="rId74" Type="http://schemas.openxmlformats.org/officeDocument/2006/relationships/tags" Target="../tags/tag290.xml"/><Relationship Id="rId128" Type="http://schemas.openxmlformats.org/officeDocument/2006/relationships/tags" Target="../tags/tag344.xml"/><Relationship Id="rId149" Type="http://schemas.openxmlformats.org/officeDocument/2006/relationships/tags" Target="../tags/tag365.xml"/><Relationship Id="rId5" Type="http://schemas.openxmlformats.org/officeDocument/2006/relationships/slideLayout" Target="../slideLayouts/slideLayout63.xml"/><Relationship Id="rId95" Type="http://schemas.openxmlformats.org/officeDocument/2006/relationships/tags" Target="../tags/tag311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43" Type="http://schemas.openxmlformats.org/officeDocument/2006/relationships/tags" Target="../tags/tag259.xml"/><Relationship Id="rId48" Type="http://schemas.openxmlformats.org/officeDocument/2006/relationships/tags" Target="../tags/tag264.xml"/><Relationship Id="rId64" Type="http://schemas.openxmlformats.org/officeDocument/2006/relationships/tags" Target="../tags/tag280.xml"/><Relationship Id="rId69" Type="http://schemas.openxmlformats.org/officeDocument/2006/relationships/tags" Target="../tags/tag285.xml"/><Relationship Id="rId113" Type="http://schemas.openxmlformats.org/officeDocument/2006/relationships/tags" Target="../tags/tag329.xml"/><Relationship Id="rId118" Type="http://schemas.openxmlformats.org/officeDocument/2006/relationships/tags" Target="../tags/tag334.xml"/><Relationship Id="rId134" Type="http://schemas.openxmlformats.org/officeDocument/2006/relationships/tags" Target="../tags/tag350.xml"/><Relationship Id="rId139" Type="http://schemas.openxmlformats.org/officeDocument/2006/relationships/tags" Target="../tags/tag355.xml"/><Relationship Id="rId80" Type="http://schemas.openxmlformats.org/officeDocument/2006/relationships/tags" Target="../tags/tag296.xml"/><Relationship Id="rId85" Type="http://schemas.openxmlformats.org/officeDocument/2006/relationships/tags" Target="../tags/tag301.xml"/><Relationship Id="rId150" Type="http://schemas.openxmlformats.org/officeDocument/2006/relationships/tags" Target="../tags/tag366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33" Type="http://schemas.openxmlformats.org/officeDocument/2006/relationships/tags" Target="../tags/tag249.xml"/><Relationship Id="rId38" Type="http://schemas.openxmlformats.org/officeDocument/2006/relationships/tags" Target="../tags/tag254.xml"/><Relationship Id="rId59" Type="http://schemas.openxmlformats.org/officeDocument/2006/relationships/tags" Target="../tags/tag275.xml"/><Relationship Id="rId103" Type="http://schemas.openxmlformats.org/officeDocument/2006/relationships/tags" Target="../tags/tag319.xml"/><Relationship Id="rId108" Type="http://schemas.openxmlformats.org/officeDocument/2006/relationships/tags" Target="../tags/tag324.xml"/><Relationship Id="rId124" Type="http://schemas.openxmlformats.org/officeDocument/2006/relationships/tags" Target="../tags/tag340.xml"/><Relationship Id="rId129" Type="http://schemas.openxmlformats.org/officeDocument/2006/relationships/tags" Target="../tags/tag345.xml"/><Relationship Id="rId54" Type="http://schemas.openxmlformats.org/officeDocument/2006/relationships/tags" Target="../tags/tag270.xml"/><Relationship Id="rId70" Type="http://schemas.openxmlformats.org/officeDocument/2006/relationships/tags" Target="../tags/tag286.xml"/><Relationship Id="rId75" Type="http://schemas.openxmlformats.org/officeDocument/2006/relationships/tags" Target="../tags/tag291.xml"/><Relationship Id="rId91" Type="http://schemas.openxmlformats.org/officeDocument/2006/relationships/tags" Target="../tags/tag307.xml"/><Relationship Id="rId96" Type="http://schemas.openxmlformats.org/officeDocument/2006/relationships/tags" Target="../tags/tag312.xml"/><Relationship Id="rId140" Type="http://schemas.openxmlformats.org/officeDocument/2006/relationships/tags" Target="../tags/tag356.xml"/><Relationship Id="rId145" Type="http://schemas.openxmlformats.org/officeDocument/2006/relationships/tags" Target="../tags/tag361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49" Type="http://schemas.openxmlformats.org/officeDocument/2006/relationships/tags" Target="../tags/tag265.xml"/><Relationship Id="rId114" Type="http://schemas.openxmlformats.org/officeDocument/2006/relationships/tags" Target="../tags/tag330.xml"/><Relationship Id="rId119" Type="http://schemas.openxmlformats.org/officeDocument/2006/relationships/tags" Target="../tags/tag335.xml"/><Relationship Id="rId44" Type="http://schemas.openxmlformats.org/officeDocument/2006/relationships/tags" Target="../tags/tag260.xml"/><Relationship Id="rId60" Type="http://schemas.openxmlformats.org/officeDocument/2006/relationships/tags" Target="../tags/tag276.xml"/><Relationship Id="rId65" Type="http://schemas.openxmlformats.org/officeDocument/2006/relationships/tags" Target="../tags/tag281.xml"/><Relationship Id="rId81" Type="http://schemas.openxmlformats.org/officeDocument/2006/relationships/tags" Target="../tags/tag297.xml"/><Relationship Id="rId86" Type="http://schemas.openxmlformats.org/officeDocument/2006/relationships/tags" Target="../tags/tag302.xml"/><Relationship Id="rId130" Type="http://schemas.openxmlformats.org/officeDocument/2006/relationships/tags" Target="../tags/tag346.xml"/><Relationship Id="rId135" Type="http://schemas.openxmlformats.org/officeDocument/2006/relationships/tags" Target="../tags/tag351.xml"/><Relationship Id="rId151" Type="http://schemas.openxmlformats.org/officeDocument/2006/relationships/tags" Target="../tags/tag367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9" Type="http://schemas.openxmlformats.org/officeDocument/2006/relationships/tags" Target="../tags/tag255.xml"/><Relationship Id="rId109" Type="http://schemas.openxmlformats.org/officeDocument/2006/relationships/tags" Target="../tags/tag325.xml"/><Relationship Id="rId34" Type="http://schemas.openxmlformats.org/officeDocument/2006/relationships/tags" Target="../tags/tag250.xml"/><Relationship Id="rId50" Type="http://schemas.openxmlformats.org/officeDocument/2006/relationships/tags" Target="../tags/tag266.xml"/><Relationship Id="rId55" Type="http://schemas.openxmlformats.org/officeDocument/2006/relationships/tags" Target="../tags/tag271.xml"/><Relationship Id="rId76" Type="http://schemas.openxmlformats.org/officeDocument/2006/relationships/tags" Target="../tags/tag292.xml"/><Relationship Id="rId97" Type="http://schemas.openxmlformats.org/officeDocument/2006/relationships/tags" Target="../tags/tag313.xml"/><Relationship Id="rId104" Type="http://schemas.openxmlformats.org/officeDocument/2006/relationships/tags" Target="../tags/tag320.xml"/><Relationship Id="rId120" Type="http://schemas.openxmlformats.org/officeDocument/2006/relationships/tags" Target="../tags/tag336.xml"/><Relationship Id="rId125" Type="http://schemas.openxmlformats.org/officeDocument/2006/relationships/tags" Target="../tags/tag341.xml"/><Relationship Id="rId141" Type="http://schemas.openxmlformats.org/officeDocument/2006/relationships/tags" Target="../tags/tag357.xml"/><Relationship Id="rId146" Type="http://schemas.openxmlformats.org/officeDocument/2006/relationships/tags" Target="../tags/tag362.xml"/><Relationship Id="rId7" Type="http://schemas.openxmlformats.org/officeDocument/2006/relationships/slideLayout" Target="../slideLayouts/slideLayout65.xml"/><Relationship Id="rId71" Type="http://schemas.openxmlformats.org/officeDocument/2006/relationships/tags" Target="../tags/tag287.xml"/><Relationship Id="rId92" Type="http://schemas.openxmlformats.org/officeDocument/2006/relationships/tags" Target="../tags/tag308.xml"/><Relationship Id="rId2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2.xml"/><Relationship Id="rId40" Type="http://schemas.openxmlformats.org/officeDocument/2006/relationships/tags" Target="../tags/tag256.xml"/><Relationship Id="rId45" Type="http://schemas.openxmlformats.org/officeDocument/2006/relationships/tags" Target="../tags/tag261.xml"/><Relationship Id="rId66" Type="http://schemas.openxmlformats.org/officeDocument/2006/relationships/tags" Target="../tags/tag282.xml"/><Relationship Id="rId87" Type="http://schemas.openxmlformats.org/officeDocument/2006/relationships/tags" Target="../tags/tag303.xml"/><Relationship Id="rId110" Type="http://schemas.openxmlformats.org/officeDocument/2006/relationships/tags" Target="../tags/tag326.xml"/><Relationship Id="rId115" Type="http://schemas.openxmlformats.org/officeDocument/2006/relationships/tags" Target="../tags/tag331.xml"/><Relationship Id="rId131" Type="http://schemas.openxmlformats.org/officeDocument/2006/relationships/tags" Target="../tags/tag347.xml"/><Relationship Id="rId136" Type="http://schemas.openxmlformats.org/officeDocument/2006/relationships/tags" Target="../tags/tag352.xml"/><Relationship Id="rId61" Type="http://schemas.openxmlformats.org/officeDocument/2006/relationships/tags" Target="../tags/tag277.xml"/><Relationship Id="rId82" Type="http://schemas.openxmlformats.org/officeDocument/2006/relationships/tags" Target="../tags/tag298.xml"/><Relationship Id="rId152" Type="http://schemas.openxmlformats.org/officeDocument/2006/relationships/tags" Target="../tags/tag368.xml"/><Relationship Id="rId1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2.xml"/><Relationship Id="rId30" Type="http://schemas.openxmlformats.org/officeDocument/2006/relationships/theme" Target="../theme/theme3.xml"/><Relationship Id="rId35" Type="http://schemas.openxmlformats.org/officeDocument/2006/relationships/tags" Target="../tags/tag251.xml"/><Relationship Id="rId56" Type="http://schemas.openxmlformats.org/officeDocument/2006/relationships/tags" Target="../tags/tag272.xml"/><Relationship Id="rId77" Type="http://schemas.openxmlformats.org/officeDocument/2006/relationships/tags" Target="../tags/tag293.xml"/><Relationship Id="rId100" Type="http://schemas.openxmlformats.org/officeDocument/2006/relationships/tags" Target="../tags/tag316.xml"/><Relationship Id="rId105" Type="http://schemas.openxmlformats.org/officeDocument/2006/relationships/tags" Target="../tags/tag321.xml"/><Relationship Id="rId126" Type="http://schemas.openxmlformats.org/officeDocument/2006/relationships/tags" Target="../tags/tag342.xml"/><Relationship Id="rId147" Type="http://schemas.openxmlformats.org/officeDocument/2006/relationships/tags" Target="../tags/tag363.xml"/><Relationship Id="rId8" Type="http://schemas.openxmlformats.org/officeDocument/2006/relationships/slideLayout" Target="../slideLayouts/slideLayout66.xml"/><Relationship Id="rId51" Type="http://schemas.openxmlformats.org/officeDocument/2006/relationships/tags" Target="../tags/tag267.xml"/><Relationship Id="rId72" Type="http://schemas.openxmlformats.org/officeDocument/2006/relationships/tags" Target="../tags/tag288.xml"/><Relationship Id="rId93" Type="http://schemas.openxmlformats.org/officeDocument/2006/relationships/tags" Target="../tags/tag309.xml"/><Relationship Id="rId98" Type="http://schemas.openxmlformats.org/officeDocument/2006/relationships/tags" Target="../tags/tag314.xml"/><Relationship Id="rId121" Type="http://schemas.openxmlformats.org/officeDocument/2006/relationships/tags" Target="../tags/tag337.xml"/><Relationship Id="rId142" Type="http://schemas.openxmlformats.org/officeDocument/2006/relationships/tags" Target="../tags/tag358.xml"/><Relationship Id="rId3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83.xml"/><Relationship Id="rId46" Type="http://schemas.openxmlformats.org/officeDocument/2006/relationships/tags" Target="../tags/tag262.xml"/><Relationship Id="rId67" Type="http://schemas.openxmlformats.org/officeDocument/2006/relationships/tags" Target="../tags/tag283.xml"/><Relationship Id="rId116" Type="http://schemas.openxmlformats.org/officeDocument/2006/relationships/tags" Target="../tags/tag332.xml"/><Relationship Id="rId137" Type="http://schemas.openxmlformats.org/officeDocument/2006/relationships/tags" Target="../tags/tag353.xml"/><Relationship Id="rId20" Type="http://schemas.openxmlformats.org/officeDocument/2006/relationships/slideLayout" Target="../slideLayouts/slideLayout78.xml"/><Relationship Id="rId41" Type="http://schemas.openxmlformats.org/officeDocument/2006/relationships/tags" Target="../tags/tag257.xml"/><Relationship Id="rId62" Type="http://schemas.openxmlformats.org/officeDocument/2006/relationships/tags" Target="../tags/tag278.xml"/><Relationship Id="rId83" Type="http://schemas.openxmlformats.org/officeDocument/2006/relationships/tags" Target="../tags/tag299.xml"/><Relationship Id="rId88" Type="http://schemas.openxmlformats.org/officeDocument/2006/relationships/tags" Target="../tags/tag304.xml"/><Relationship Id="rId111" Type="http://schemas.openxmlformats.org/officeDocument/2006/relationships/tags" Target="../tags/tag327.xml"/><Relationship Id="rId132" Type="http://schemas.openxmlformats.org/officeDocument/2006/relationships/tags" Target="../tags/tag348.xml"/><Relationship Id="rId153" Type="http://schemas.openxmlformats.org/officeDocument/2006/relationships/tags" Target="../tags/tag369.xml"/><Relationship Id="rId15" Type="http://schemas.openxmlformats.org/officeDocument/2006/relationships/slideLayout" Target="../slideLayouts/slideLayout73.xml"/><Relationship Id="rId36" Type="http://schemas.openxmlformats.org/officeDocument/2006/relationships/tags" Target="../tags/tag252.xml"/><Relationship Id="rId57" Type="http://schemas.openxmlformats.org/officeDocument/2006/relationships/tags" Target="../tags/tag273.xml"/><Relationship Id="rId106" Type="http://schemas.openxmlformats.org/officeDocument/2006/relationships/tags" Target="../tags/tag322.xml"/><Relationship Id="rId127" Type="http://schemas.openxmlformats.org/officeDocument/2006/relationships/tags" Target="../tags/tag343.xml"/><Relationship Id="rId10" Type="http://schemas.openxmlformats.org/officeDocument/2006/relationships/slideLayout" Target="../slideLayouts/slideLayout68.xml"/><Relationship Id="rId31" Type="http://schemas.openxmlformats.org/officeDocument/2006/relationships/tags" Target="../tags/tag247.xml"/><Relationship Id="rId52" Type="http://schemas.openxmlformats.org/officeDocument/2006/relationships/tags" Target="../tags/tag268.xml"/><Relationship Id="rId73" Type="http://schemas.openxmlformats.org/officeDocument/2006/relationships/tags" Target="../tags/tag289.xml"/><Relationship Id="rId78" Type="http://schemas.openxmlformats.org/officeDocument/2006/relationships/tags" Target="../tags/tag294.xml"/><Relationship Id="rId94" Type="http://schemas.openxmlformats.org/officeDocument/2006/relationships/tags" Target="../tags/tag310.xml"/><Relationship Id="rId99" Type="http://schemas.openxmlformats.org/officeDocument/2006/relationships/tags" Target="../tags/tag315.xml"/><Relationship Id="rId101" Type="http://schemas.openxmlformats.org/officeDocument/2006/relationships/tags" Target="../tags/tag317.xml"/><Relationship Id="rId122" Type="http://schemas.openxmlformats.org/officeDocument/2006/relationships/tags" Target="../tags/tag338.xml"/><Relationship Id="rId143" Type="http://schemas.openxmlformats.org/officeDocument/2006/relationships/tags" Target="../tags/tag359.xml"/><Relationship Id="rId148" Type="http://schemas.openxmlformats.org/officeDocument/2006/relationships/tags" Target="../tags/tag364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84.xml"/><Relationship Id="rId47" Type="http://schemas.openxmlformats.org/officeDocument/2006/relationships/tags" Target="../tags/tag263.xml"/><Relationship Id="rId68" Type="http://schemas.openxmlformats.org/officeDocument/2006/relationships/tags" Target="../tags/tag284.xml"/><Relationship Id="rId89" Type="http://schemas.openxmlformats.org/officeDocument/2006/relationships/tags" Target="../tags/tag305.xml"/><Relationship Id="rId112" Type="http://schemas.openxmlformats.org/officeDocument/2006/relationships/tags" Target="../tags/tag328.xml"/><Relationship Id="rId133" Type="http://schemas.openxmlformats.org/officeDocument/2006/relationships/tags" Target="../tags/tag349.xml"/><Relationship Id="rId16" Type="http://schemas.openxmlformats.org/officeDocument/2006/relationships/slideLayout" Target="../slideLayouts/slideLayout74.xml"/><Relationship Id="rId37" Type="http://schemas.openxmlformats.org/officeDocument/2006/relationships/tags" Target="../tags/tag253.xml"/><Relationship Id="rId58" Type="http://schemas.openxmlformats.org/officeDocument/2006/relationships/tags" Target="../tags/tag274.xml"/><Relationship Id="rId79" Type="http://schemas.openxmlformats.org/officeDocument/2006/relationships/tags" Target="../tags/tag295.xml"/><Relationship Id="rId102" Type="http://schemas.openxmlformats.org/officeDocument/2006/relationships/tags" Target="../tags/tag318.xml"/><Relationship Id="rId123" Type="http://schemas.openxmlformats.org/officeDocument/2006/relationships/tags" Target="../tags/tag339.xml"/><Relationship Id="rId144" Type="http://schemas.openxmlformats.org/officeDocument/2006/relationships/tags" Target="../tags/tag360.xml"/><Relationship Id="rId90" Type="http://schemas.openxmlformats.org/officeDocument/2006/relationships/tags" Target="../tags/tag3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3201" y="6536754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Copyright Placeholder" descr="{&quot;templafy&quot;:{&quot;id&quot;:&quot;3f0b8b37-260a-4498-93b8-315483b1dcd9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©2025 SAP SE or an SAP affiliate company. All rights reserved.  PUBLIC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Arial Unicode MS"/>
              <a:cs typeface="Arial Unicode MS" pitchFamily="34" charset="-128"/>
              <a:sym typeface="Arial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3870" y="1548560"/>
            <a:ext cx="11183564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3870" y="504002"/>
            <a:ext cx="11183564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7774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010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243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4763" y="3978000"/>
            <a:ext cx="1024611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9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107" y="5984671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0875" y="1097679"/>
            <a:ext cx="2478456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0875" y="1097671"/>
            <a:ext cx="2478456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5885" y="2819465"/>
            <a:ext cx="6360233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797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560835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 ftr="0" dt="0"/>
  <p:txStyles>
    <p:titleStyle>
      <a:lvl1pPr algn="l" defTabSz="1088231" rtl="0" eaLnBrk="1" latinLnBrk="0" hangingPunct="1">
        <a:spcBef>
          <a:spcPct val="0"/>
        </a:spcBef>
        <a:buNone/>
        <a:defRPr sz="2799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231" rtl="0" eaLnBrk="1" latinLnBrk="0" hangingPunct="1">
        <a:spcBef>
          <a:spcPts val="1799"/>
        </a:spcBef>
        <a:buClrTx/>
        <a:buSzPct val="80000"/>
        <a:buFont typeface="72 Brand" panose="02000000000000000000" pitchFamily="2" charset="0"/>
        <a:buChar char="​"/>
        <a:defRPr sz="1999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10" indent="-179910" algn="l" defTabSz="1088231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799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667" indent="-179334" algn="l" defTabSz="1088231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799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730" indent="-179910" algn="l" defTabSz="1088231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640" indent="-179910" algn="l" defTabSz="1088231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2637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536753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080868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624985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44116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2pPr>
      <a:lvl3pPr marL="108823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3pPr>
      <a:lvl4pPr marL="163234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5pPr>
      <a:lvl6pPr marL="272058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264695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80881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35292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8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3201" y="6536756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Copyright Placeholder" descr="{&quot;templafy&quot;:{&quot;id&quot;:&quot;3f0b8b37-260a-4498-93b8-315483b1dcd9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1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©2025 SAP SE or an SAP affiliate company. All rights reserved.  PUBLIC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Arial Unicode MS"/>
              <a:cs typeface="Arial Unicode MS" pitchFamily="34" charset="-128"/>
              <a:sym typeface="Arial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3870" y="1548560"/>
            <a:ext cx="11183564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3870" y="504003"/>
            <a:ext cx="11183564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7774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0103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2433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98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4763" y="3978000"/>
            <a:ext cx="1024611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098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107" y="5984673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150" tIns="46532" rIns="89487" bIns="46532" rtlCol="0" anchor="ctr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150" tIns="46532" rIns="89487" bIns="46532" rtlCol="0" anchor="ctr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150" tIns="46532" rIns="89487" bIns="46532" rtlCol="0" anchor="ctr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150" tIns="46532" rIns="89487" bIns="46532" rtlCol="0" anchor="ctr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150" tIns="46532" rIns="89487" bIns="46532" rtlCol="0" anchor="ctr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68484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150" tIns="46532" rIns="89487" bIns="46532" rtlCol="0" anchor="ctr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0876" y="1097679"/>
            <a:ext cx="2478456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178" tIns="143178" rIns="143178" bIns="143178" rtlCol="0" anchor="t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0876" y="1097671"/>
            <a:ext cx="2478456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178" tIns="143178" rIns="143178" bIns="143178" rtlCol="0" anchor="t"/>
          <a:lstStyle/>
          <a:p>
            <a:pPr marL="0" marR="0" lvl="0" indent="0" defTabSz="91385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5886" y="2819465"/>
            <a:ext cx="6360233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marR="0" algn="ctr" defTabSz="913852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794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9161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</p:sldLayoutIdLst>
  <p:hf hdr="0" ftr="0" dt="0"/>
  <p:txStyles>
    <p:titleStyle>
      <a:lvl1pPr algn="l" defTabSz="1087905" rtl="0" eaLnBrk="1" latinLnBrk="0" hangingPunct="1">
        <a:spcBef>
          <a:spcPct val="0"/>
        </a:spcBef>
        <a:buNone/>
        <a:defRPr sz="2798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7905" rtl="0" eaLnBrk="1" latinLnBrk="0" hangingPunct="1">
        <a:spcBef>
          <a:spcPts val="1798"/>
        </a:spcBef>
        <a:buClrTx/>
        <a:buSzPct val="80000"/>
        <a:buFont typeface="72 Brand" panose="02000000000000000000" pitchFamily="2" charset="0"/>
        <a:buChar char="​"/>
        <a:defRPr sz="1998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856" indent="-179856" algn="l" defTabSz="1087905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798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559" indent="-179280" algn="l" defTabSz="1087905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798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568" indent="-179856" algn="l" defTabSz="1087905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424" indent="-179856" algn="l" defTabSz="1087905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1739" indent="-271976" algn="l" defTabSz="1087905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535692" indent="-271976" algn="l" defTabSz="1087905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079644" indent="-271976" algn="l" defTabSz="1087905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623598" indent="-271976" algn="l" defTabSz="1087905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1pPr>
      <a:lvl2pPr marL="543953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2pPr>
      <a:lvl3pPr marL="1087905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3pPr>
      <a:lvl4pPr marL="1631857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4pPr>
      <a:lvl5pPr marL="2175810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5pPr>
      <a:lvl6pPr marL="2719764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6pPr>
      <a:lvl7pPr marL="3263716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7pPr>
      <a:lvl8pPr marL="3807668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8pPr>
      <a:lvl9pPr marL="4351621" algn="l" defTabSz="1087905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Copyright Placeholder" descr="{&quot;templafy&quot;:{&quot;id&quot;:&quot;3f0b8b37-260a-4498-93b8-315483b1dcd9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©2025 SAP SE or an SAP affiliate company. All rights reserved.  PUBLIC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Arial Unicode MS"/>
              <a:cs typeface="Arial Unicode MS" pitchFamily="34" charset="-128"/>
              <a:sym typeface="Arial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3870" y="1548560"/>
            <a:ext cx="11183564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3870" y="504000"/>
            <a:ext cx="11183564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7773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010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243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4762" y="3978000"/>
            <a:ext cx="1024611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107" y="5984669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0875" y="1097679"/>
            <a:ext cx="2478456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0875" y="1097671"/>
            <a:ext cx="2478456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5884" y="2819463"/>
            <a:ext cx="6360233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55752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8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9327-FCE6-905C-0601-6C6DB5EB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5">
            <a:extLst>
              <a:ext uri="{FF2B5EF4-FFF2-40B4-BE49-F238E27FC236}">
                <a16:creationId xmlns:a16="http://schemas.microsoft.com/office/drawing/2014/main" id="{EE07CE08-AED4-4091-4194-7CBDCA64C086}"/>
              </a:ext>
            </a:extLst>
          </p:cNvPr>
          <p:cNvSpPr/>
          <p:nvPr/>
        </p:nvSpPr>
        <p:spPr bwMode="gray">
          <a:xfrm>
            <a:off x="6017691" y="1701531"/>
            <a:ext cx="5348246" cy="4785407"/>
          </a:xfrm>
          <a:prstGeom prst="roundRect">
            <a:avLst>
              <a:gd name="adj" fmla="val 2312"/>
            </a:avLst>
          </a:prstGeom>
          <a:gradFill flip="none" rotWithShape="1">
            <a:gsLst>
              <a:gs pos="100000">
                <a:srgbClr val="EBF8FF"/>
              </a:gs>
              <a:gs pos="0">
                <a:schemeClr val="bg1"/>
              </a:gs>
            </a:gsLst>
            <a:lin ang="2700000" scaled="1"/>
            <a:tileRect/>
          </a:gradFill>
          <a:ln w="12700">
            <a:solidFill>
              <a:srgbClr val="A6E0FF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784" tIns="146228" rIns="182784" bIns="1462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0881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9D1FF"/>
              </a:buClr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srgbClr val="002A86"/>
              </a:solidFill>
              <a:effectLst/>
              <a:uLnTx/>
              <a:uFillTx/>
              <a:latin typeface="72 Brand Medium"/>
              <a:ea typeface="+mn-ea"/>
              <a:cs typeface="72-Regular" panose="020B0503030000000003" pitchFamily="34" charset="0"/>
              <a:sym typeface="Arial"/>
            </a:endParaRP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03B1AFAA-969C-159A-DE79-F73DA28AAF40}"/>
              </a:ext>
            </a:extLst>
          </p:cNvPr>
          <p:cNvSpPr/>
          <p:nvPr/>
        </p:nvSpPr>
        <p:spPr bwMode="gray">
          <a:xfrm>
            <a:off x="6390382" y="2060450"/>
            <a:ext cx="4602864" cy="656944"/>
          </a:xfrm>
          <a:prstGeom prst="roundRect">
            <a:avLst>
              <a:gd name="adj" fmla="val 8460"/>
            </a:avLst>
          </a:prstGeom>
          <a:gradFill flip="none" rotWithShape="1">
            <a:gsLst>
              <a:gs pos="100000">
                <a:srgbClr val="EBF8FF"/>
              </a:gs>
              <a:gs pos="0">
                <a:srgbClr val="FFFFFF">
                  <a:alpha val="7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89D1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450" tIns="71962" rIns="182450" bIns="719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84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CA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+mn-ea"/>
              <a:cs typeface="Arial"/>
              <a:sym typeface="DM Sans"/>
            </a:endParaRP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Delivers dashboards for tariff exposure, sourcing optimization, and regulatory compliance monitoring.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608BE1BB-A72D-D126-C860-7A80DFA943CC}"/>
              </a:ext>
            </a:extLst>
          </p:cNvPr>
          <p:cNvSpPr/>
          <p:nvPr/>
        </p:nvSpPr>
        <p:spPr bwMode="gray">
          <a:xfrm>
            <a:off x="6381680" y="3177988"/>
            <a:ext cx="4602864" cy="446223"/>
          </a:xfrm>
          <a:prstGeom prst="roundRect">
            <a:avLst>
              <a:gd name="adj" fmla="val 8460"/>
            </a:avLst>
          </a:prstGeom>
          <a:gradFill flip="none" rotWithShape="1">
            <a:gsLst>
              <a:gs pos="100000">
                <a:srgbClr val="EBF8FF"/>
              </a:gs>
              <a:gs pos="0">
                <a:srgbClr val="FFFFFF">
                  <a:alpha val="7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89D1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450" tIns="71962" rIns="182450" bIns="1459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Unifies procurement, logistics, and financial data with external trade data for global tariff impact analysis.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AD27E2-1867-78CE-CB55-2AB67AED43F7}"/>
              </a:ext>
            </a:extLst>
          </p:cNvPr>
          <p:cNvCxnSpPr>
            <a:cxnSpLocks/>
          </p:cNvCxnSpPr>
          <p:nvPr/>
        </p:nvCxnSpPr>
        <p:spPr>
          <a:xfrm>
            <a:off x="8648497" y="2718548"/>
            <a:ext cx="0" cy="277021"/>
          </a:xfrm>
          <a:prstGeom prst="line">
            <a:avLst/>
          </a:prstGeom>
          <a:noFill/>
          <a:ln>
            <a:solidFill>
              <a:srgbClr val="0070F2"/>
            </a:solidFill>
            <a:prstDash val="dash"/>
            <a:headEnd type="triangl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7BB5B6-D1C3-C630-A4B1-0C5013B8073A}"/>
              </a:ext>
            </a:extLst>
          </p:cNvPr>
          <p:cNvCxnSpPr>
            <a:cxnSpLocks/>
          </p:cNvCxnSpPr>
          <p:nvPr/>
        </p:nvCxnSpPr>
        <p:spPr>
          <a:xfrm>
            <a:off x="8648497" y="3625456"/>
            <a:ext cx="0" cy="277021"/>
          </a:xfrm>
          <a:prstGeom prst="line">
            <a:avLst/>
          </a:prstGeom>
          <a:noFill/>
          <a:ln>
            <a:solidFill>
              <a:srgbClr val="0070F2"/>
            </a:solidFill>
            <a:prstDash val="dash"/>
            <a:headEnd type="triangl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8F4BB8F-A498-0CEE-59AC-AD458B20A7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782" y="1548982"/>
            <a:ext cx="4715318" cy="4785407"/>
          </a:xfrm>
        </p:spPr>
        <p:txBody>
          <a:bodyPr vert="horz" lIns="0" tIns="0" rIns="0" bIns="0" rtlCol="0" anchor="t">
            <a:noAutofit/>
          </a:bodyPr>
          <a:lstStyle/>
          <a:p>
            <a:pPr defTabSz="931912" fontAlgn="base">
              <a:spcBef>
                <a:spcPts val="0"/>
              </a:spcBef>
              <a:spcAft>
                <a:spcPts val="600"/>
              </a:spcAft>
              <a:buSzTx/>
              <a:buNone/>
              <a:defRPr/>
            </a:pPr>
            <a:r>
              <a:rPr lang="en-US" sz="1200" b="1">
                <a:solidFill>
                  <a:srgbClr val="000000"/>
                </a:solidFill>
                <a:cs typeface="72-Regular" panose="020B0503030000000003" pitchFamily="34" charset="0"/>
              </a:rPr>
              <a:t>Business challenge: </a:t>
            </a:r>
          </a:p>
          <a:p>
            <a:pPr defTabSz="931912" fontAlgn="base">
              <a:spcBef>
                <a:spcPts val="0"/>
              </a:spcBef>
              <a:spcAft>
                <a:spcPts val="600"/>
              </a:spcAft>
              <a:buSzTx/>
              <a:buNone/>
              <a:defRPr/>
            </a:pPr>
            <a:r>
              <a:rPr lang="en-US" sz="1200"/>
              <a:t>Enterprises face rising uncertainty from changing tariffs, trade laws, and geopolitical factors. Without real-time analytics, it’s difficult to simulate cost impacts, adjust sourcing, and remain compliant with shifting regulations.</a:t>
            </a:r>
            <a:endParaRPr lang="en-US" sz="1200" b="1" kern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5400000" scaled="1"/>
              </a:gra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  <a:p>
            <a:pPr defTabSz="931912" fontAlgn="base">
              <a:spcBef>
                <a:spcPts val="0"/>
              </a:spcBef>
              <a:spcAft>
                <a:spcPts val="600"/>
              </a:spcAft>
              <a:buSzTx/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72 Brand"/>
                <a:cs typeface="72-Regular" panose="020B0503030000000003" pitchFamily="34" charset="0"/>
              </a:rPr>
              <a:t>Use case</a:t>
            </a:r>
          </a:p>
          <a:p>
            <a:pPr marL="170815" indent="-170815" defTabSz="1088122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Simulate the impact of changing tariffs and trade regulations using AI/ML and GenAI. </a:t>
            </a:r>
          </a:p>
          <a:p>
            <a:pPr marL="170815" indent="-170815" defTabSz="1088122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Integrate SAP supply and sourcing data with external tariff schedules and commodity prices. </a:t>
            </a:r>
          </a:p>
          <a:p>
            <a:pPr marL="170815" indent="-170815" defTabSz="1088122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Model optimal sourcing scenarios and explain potential cost and compliance implications.</a:t>
            </a:r>
          </a:p>
          <a:p>
            <a:pPr marL="170815" indent="-170815" defTabSz="1088122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Enable supply-chain leaders to proactively respond to global market shifts.</a:t>
            </a:r>
          </a:p>
          <a:p>
            <a:pPr defTabSz="931912" fontAlgn="base">
              <a:spcBef>
                <a:spcPts val="1200"/>
              </a:spcBef>
              <a:spcAft>
                <a:spcPts val="600"/>
              </a:spcAft>
              <a:buSzTx/>
              <a:buNone/>
              <a:defRPr/>
            </a:pPr>
            <a:r>
              <a:rPr lang="en-US" sz="1200" b="1">
                <a:solidFill>
                  <a:srgbClr val="000000"/>
                </a:solidFill>
                <a:latin typeface="72 Brand"/>
              </a:rPr>
              <a:t>Business value</a:t>
            </a:r>
          </a:p>
          <a:p>
            <a:pPr marL="170815" indent="-170815" defTabSz="931912" fontAlgn="base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Reduced supply costs by proactively adjusting sourcing to reduce cost. </a:t>
            </a:r>
          </a:p>
          <a:p>
            <a:pPr marL="170815" indent="-170815" defTabSz="931912" fontAlgn="base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Greater agility to adapt to new regulations and geopolitical shifts. </a:t>
            </a:r>
          </a:p>
          <a:p>
            <a:pPr marL="170815" indent="-170815" defTabSz="931912" fontAlgn="base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More resilience by reducing supply-chain disruption risks. </a:t>
            </a:r>
          </a:p>
          <a:p>
            <a:pPr marL="170815" indent="-170815" defTabSz="931912" fontAlgn="base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z="1200"/>
              <a:t>Ensure compliance with trade laws and sanctions.</a:t>
            </a:r>
          </a:p>
          <a:p>
            <a:pPr marL="170815" indent="-170815" defTabSz="931912" fontAlgn="base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endParaRPr lang="en-US" sz="1200"/>
          </a:p>
          <a:p>
            <a:pPr marL="170815" indent="-170815" defTabSz="931912" fontAlgn="base">
              <a:spcBef>
                <a:spcPts val="0"/>
              </a:spcBef>
              <a:spcAft>
                <a:spcPts val="30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defRPr/>
            </a:pPr>
            <a:endParaRPr lang="en-US" sz="12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04DCD2-5478-39C3-C8DD-90B3F4AA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153" y="504763"/>
            <a:ext cx="11178114" cy="738215"/>
          </a:xfrm>
        </p:spPr>
        <p:txBody>
          <a:bodyPr/>
          <a:lstStyle/>
          <a:p>
            <a:r>
              <a:rPr lang="en-US" dirty="0"/>
              <a:t>Use case: Tariff Impact Analysis</a:t>
            </a:r>
            <a:br>
              <a:rPr lang="en-US" dirty="0"/>
            </a:br>
            <a:r>
              <a:rPr lang="en-US" sz="1998" dirty="0">
                <a:latin typeface="+mn-lt"/>
              </a:rPr>
              <a:t>Reduce tariff impacts by 20–30% with advanced trade &amp; tariff analytics</a:t>
            </a:r>
            <a:endParaRPr lang="en-CA" sz="1998" dirty="0">
              <a:latin typeface="+mn-lt"/>
            </a:endParaRPr>
          </a:p>
        </p:txBody>
      </p:sp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FD435435-3D61-307E-7323-CC20807407B2}"/>
              </a:ext>
            </a:extLst>
          </p:cNvPr>
          <p:cNvSpPr/>
          <p:nvPr/>
        </p:nvSpPr>
        <p:spPr bwMode="auto">
          <a:xfrm>
            <a:off x="7693455" y="1554626"/>
            <a:ext cx="1979305" cy="2593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EBF8F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none" lIns="143926" tIns="146000" rIns="143926" bIns="14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0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70F2"/>
                </a:solidFill>
                <a:effectLst/>
                <a:uLnTx/>
                <a:uFillTx/>
                <a:latin typeface="72 Brand Medium" panose="020B0604030603020204" pitchFamily="34" charset="0"/>
                <a:ea typeface="+mn-ea"/>
                <a:cs typeface="72" panose="020B0503030000000003" pitchFamily="34" charset="0"/>
                <a:sym typeface="Arial"/>
              </a:rPr>
              <a:t>SAP Business Data Cloud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6215868E-374B-1714-71CF-71290E99BDCD}"/>
              </a:ext>
            </a:extLst>
          </p:cNvPr>
          <p:cNvSpPr/>
          <p:nvPr/>
        </p:nvSpPr>
        <p:spPr bwMode="gray">
          <a:xfrm>
            <a:off x="6381679" y="3911605"/>
            <a:ext cx="4602863" cy="721637"/>
          </a:xfrm>
          <a:prstGeom prst="roundRect">
            <a:avLst>
              <a:gd name="adj" fmla="val 8460"/>
            </a:avLst>
          </a:prstGeom>
          <a:gradFill flip="none" rotWithShape="1">
            <a:gsLst>
              <a:gs pos="100000">
                <a:srgbClr val="EBF8FF"/>
              </a:gs>
              <a:gs pos="0">
                <a:srgbClr val="FFFFFF">
                  <a:alpha val="7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89D1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450" tIns="251868" rIns="182450" bIns="1459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84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Builds and trains AI/ML and GenAI models to simulate tariff impacts, optimize sourcing, and explain cost scenarios.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+mn-ea"/>
              <a:cs typeface="Arial"/>
              <a:sym typeface="Arial"/>
            </a:endParaRPr>
          </a:p>
        </p:txBody>
      </p:sp>
      <p:sp>
        <p:nvSpPr>
          <p:cNvPr id="13" name="Rectangle: Rounded Corners 29">
            <a:extLst>
              <a:ext uri="{FF2B5EF4-FFF2-40B4-BE49-F238E27FC236}">
                <a16:creationId xmlns:a16="http://schemas.microsoft.com/office/drawing/2014/main" id="{2768E831-86E9-30BF-C1D0-2B3C2AD26BEF}"/>
              </a:ext>
            </a:extLst>
          </p:cNvPr>
          <p:cNvSpPr/>
          <p:nvPr/>
        </p:nvSpPr>
        <p:spPr bwMode="auto">
          <a:xfrm>
            <a:off x="6320265" y="3799864"/>
            <a:ext cx="4725692" cy="359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90FF"/>
              </a:gs>
              <a:gs pos="100000">
                <a:srgbClr val="0070F2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640" tIns="0" rIns="182402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298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72 Brand Medium" panose="020B0604030603020204" pitchFamily="34" charset="0"/>
                <a:ea typeface="+mn-ea"/>
                <a:cs typeface="72" panose="020B0503030000000003" pitchFamily="34" charset="0"/>
                <a:sym typeface="Arial"/>
              </a:rPr>
              <a:t>SAP Databricks</a:t>
            </a:r>
          </a:p>
        </p:txBody>
      </p:sp>
      <p:sp>
        <p:nvSpPr>
          <p:cNvPr id="17" name="Rectangle: Rounded Corners 29">
            <a:extLst>
              <a:ext uri="{FF2B5EF4-FFF2-40B4-BE49-F238E27FC236}">
                <a16:creationId xmlns:a16="http://schemas.microsoft.com/office/drawing/2014/main" id="{E8BB6D32-29C7-DC62-512F-8E16E1BD9457}"/>
              </a:ext>
            </a:extLst>
          </p:cNvPr>
          <p:cNvSpPr/>
          <p:nvPr/>
        </p:nvSpPr>
        <p:spPr bwMode="auto">
          <a:xfrm>
            <a:off x="7945852" y="4527616"/>
            <a:ext cx="1491923" cy="23858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EBF8F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none" lIns="143926" tIns="146000" rIns="143926" bIns="14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0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70F2"/>
                </a:solidFill>
                <a:effectLst/>
                <a:uLnTx/>
                <a:uFillTx/>
                <a:latin typeface="72 Brand Medium" panose="020B0604030603020204" pitchFamily="34" charset="0"/>
                <a:ea typeface="+mn-ea"/>
                <a:cs typeface="72" panose="020B0503030000000003" pitchFamily="34" charset="0"/>
                <a:sym typeface="Arial"/>
              </a:rPr>
              <a:t>Delta Sharing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48BE76-5734-BA21-15AC-F3BE0E31B9AF}"/>
              </a:ext>
            </a:extLst>
          </p:cNvPr>
          <p:cNvCxnSpPr>
            <a:cxnSpLocks/>
          </p:cNvCxnSpPr>
          <p:nvPr/>
        </p:nvCxnSpPr>
        <p:spPr>
          <a:xfrm>
            <a:off x="8085689" y="4769281"/>
            <a:ext cx="0" cy="277021"/>
          </a:xfrm>
          <a:prstGeom prst="line">
            <a:avLst/>
          </a:prstGeom>
          <a:noFill/>
          <a:ln>
            <a:solidFill>
              <a:srgbClr val="0070F2"/>
            </a:solidFill>
            <a:prstDash val="dash"/>
            <a:headEnd type="triangl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30EEF7-741D-9E0A-0A88-DC9DF30E0342}"/>
              </a:ext>
            </a:extLst>
          </p:cNvPr>
          <p:cNvCxnSpPr>
            <a:cxnSpLocks/>
          </p:cNvCxnSpPr>
          <p:nvPr/>
        </p:nvCxnSpPr>
        <p:spPr>
          <a:xfrm>
            <a:off x="9308365" y="4769281"/>
            <a:ext cx="0" cy="277021"/>
          </a:xfrm>
          <a:prstGeom prst="line">
            <a:avLst/>
          </a:prstGeom>
          <a:noFill/>
          <a:ln>
            <a:solidFill>
              <a:srgbClr val="0070F2"/>
            </a:solidFill>
            <a:prstDash val="dash"/>
            <a:headEnd type="triangl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9" name="Rectangle: Rounded Corners 53">
            <a:extLst>
              <a:ext uri="{FF2B5EF4-FFF2-40B4-BE49-F238E27FC236}">
                <a16:creationId xmlns:a16="http://schemas.microsoft.com/office/drawing/2014/main" id="{C90532EB-68A6-E15B-C0BB-AC7D66D12673}"/>
              </a:ext>
            </a:extLst>
          </p:cNvPr>
          <p:cNvSpPr/>
          <p:nvPr/>
        </p:nvSpPr>
        <p:spPr bwMode="gray">
          <a:xfrm>
            <a:off x="6320263" y="1989641"/>
            <a:ext cx="4725692" cy="359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90FF"/>
              </a:gs>
              <a:gs pos="100000">
                <a:srgbClr val="0070F2"/>
              </a:gs>
            </a:gsLst>
            <a:lin ang="2700000" scaled="1"/>
            <a:tileRect/>
          </a:gra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6" tIns="0" rIns="182498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0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72 Brand Medium" panose="020B0604030603020204" pitchFamily="34" charset="0"/>
                <a:ea typeface="+mn-ea"/>
                <a:cs typeface="72" panose="020B0503030000000003" pitchFamily="34" charset="0"/>
                <a:sym typeface="Arial"/>
              </a:rPr>
              <a:t>SAP Analytics Cloud</a:t>
            </a:r>
          </a:p>
        </p:txBody>
      </p:sp>
      <p:sp>
        <p:nvSpPr>
          <p:cNvPr id="8" name="Rectangle: Rounded Corners 53">
            <a:extLst>
              <a:ext uri="{FF2B5EF4-FFF2-40B4-BE49-F238E27FC236}">
                <a16:creationId xmlns:a16="http://schemas.microsoft.com/office/drawing/2014/main" id="{9B06AB2D-6102-2134-A21C-9AD8239ACDC3}"/>
              </a:ext>
            </a:extLst>
          </p:cNvPr>
          <p:cNvSpPr/>
          <p:nvPr/>
        </p:nvSpPr>
        <p:spPr bwMode="gray">
          <a:xfrm>
            <a:off x="6320265" y="2868915"/>
            <a:ext cx="4725692" cy="359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90FF"/>
              </a:gs>
              <a:gs pos="100000">
                <a:srgbClr val="0070F2"/>
              </a:gs>
            </a:gsLst>
            <a:lin ang="2700000" scaled="1"/>
            <a:tileRect/>
          </a:gra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5982" tIns="146000" rIns="35982" bIns="14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0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72 Brand Medium" panose="020B0604030603020204" pitchFamily="34" charset="0"/>
                <a:ea typeface="+mn-ea"/>
                <a:cs typeface="72" panose="020B0503030000000003" pitchFamily="34" charset="0"/>
                <a:sym typeface="Arial"/>
              </a:rPr>
              <a:t>SAP Datasphere</a:t>
            </a:r>
          </a:p>
        </p:txBody>
      </p:sp>
      <p:sp>
        <p:nvSpPr>
          <p:cNvPr id="35" name="Google Shape;641;p71">
            <a:extLst>
              <a:ext uri="{FF2B5EF4-FFF2-40B4-BE49-F238E27FC236}">
                <a16:creationId xmlns:a16="http://schemas.microsoft.com/office/drawing/2014/main" id="{85662563-D11A-2D57-3555-5EB5FA8E8ABC}"/>
              </a:ext>
            </a:extLst>
          </p:cNvPr>
          <p:cNvSpPr/>
          <p:nvPr/>
        </p:nvSpPr>
        <p:spPr>
          <a:xfrm>
            <a:off x="6381681" y="4964865"/>
            <a:ext cx="2266819" cy="1429695"/>
          </a:xfrm>
          <a:prstGeom prst="roundRect">
            <a:avLst>
              <a:gd name="adj" fmla="val 726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121836" tIns="0" rIns="121836" bIns="121836" anchor="t" anchorCtr="0">
            <a:noAutofit/>
          </a:bodyPr>
          <a:lstStyle/>
          <a:p>
            <a:pPr marL="0" marR="0" lvl="0" indent="0" algn="just" defTabSz="12184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F9F7F4"/>
                </a:solidFill>
                <a:effectLst/>
                <a:uLnTx/>
                <a:uFillTx/>
                <a:latin typeface="72 Brand Medium"/>
                <a:ea typeface="DM Sans"/>
                <a:cs typeface="DM Sans"/>
                <a:sym typeface="DM Sans"/>
              </a:rPr>
              <a:t>SAP Data Products</a:t>
            </a:r>
          </a:p>
          <a:p>
            <a:pPr marL="171348" marR="0" lvl="0" indent="-171348" algn="l" defTabSz="12184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9F7F4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S/4HANA – Core Enterprise (Purchase Orders, Production Planning, Material Flows)</a:t>
            </a:r>
          </a:p>
          <a:p>
            <a:pPr marL="171348" marR="0" lvl="0" indent="-171348" algn="just" defTabSz="12184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9F7F4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Supply Chain (Supplier Master, Forecasted Commitments, ASN, Execution Visibility)</a:t>
            </a:r>
          </a:p>
          <a:p>
            <a:pPr marL="171348" marR="0" lvl="0" indent="-171348" algn="just" defTabSz="12184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+mn-ea"/>
              <a:cs typeface="+mn-cs"/>
            </a:endParaRPr>
          </a:p>
          <a:p>
            <a:pPr marL="171348" marR="0" lvl="0" indent="-171348" algn="just" defTabSz="12184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000" b="0" i="0" u="none" strike="noStrike" kern="0" cap="none" spc="0" normalizeH="0" baseline="0" noProof="0">
              <a:ln>
                <a:noFill/>
              </a:ln>
              <a:solidFill>
                <a:srgbClr val="F9F7F4"/>
              </a:solidFill>
              <a:effectLst/>
              <a:uLnTx/>
              <a:uFillTx/>
              <a:latin typeface="72 Brand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642;p71">
            <a:extLst>
              <a:ext uri="{FF2B5EF4-FFF2-40B4-BE49-F238E27FC236}">
                <a16:creationId xmlns:a16="http://schemas.microsoft.com/office/drawing/2014/main" id="{968B0949-AF7E-FDC5-E362-317B0847F547}"/>
              </a:ext>
            </a:extLst>
          </p:cNvPr>
          <p:cNvSpPr/>
          <p:nvPr/>
        </p:nvSpPr>
        <p:spPr>
          <a:xfrm>
            <a:off x="8768573" y="4964864"/>
            <a:ext cx="2215969" cy="1429695"/>
          </a:xfrm>
          <a:prstGeom prst="roundRect">
            <a:avLst>
              <a:gd name="adj" fmla="val 8499"/>
            </a:avLst>
          </a:prstGeom>
          <a:solidFill>
            <a:srgbClr val="D1EFF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36" tIns="0" rIns="121836" bIns="121836" anchor="t" anchorCtr="0">
            <a:noAutofit/>
          </a:bodyPr>
          <a:lstStyle/>
          <a:p>
            <a:pPr marL="0" marR="0" lvl="0" indent="0" algn="l" defTabSz="9319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9D1FF"/>
              </a:buClr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 Medium"/>
                <a:ea typeface="+mn-ea"/>
                <a:cs typeface="Arial"/>
                <a:sym typeface="Arial"/>
              </a:rPr>
              <a:t>3</a:t>
            </a:r>
            <a:r>
              <a:rPr kumimoji="0" lang="en-US" sz="11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 Medium"/>
                <a:ea typeface="+mn-ea"/>
                <a:cs typeface="Arial"/>
                <a:sym typeface="Arial"/>
              </a:rPr>
              <a:t>rd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 Medium"/>
                <a:ea typeface="+mn-ea"/>
                <a:cs typeface="Arial"/>
                <a:sym typeface="Arial"/>
              </a:rPr>
              <a:t> party data products</a:t>
            </a:r>
          </a:p>
          <a:p>
            <a:pPr marL="171348" marR="0" lvl="0" indent="-171348" algn="l" defTabSz="9319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Tariff Schedules </a:t>
            </a:r>
          </a:p>
          <a:p>
            <a:pPr marL="171348" marR="0" lvl="0" indent="-171348" algn="l" defTabSz="9319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Supplier Health (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  <a:sym typeface="DM Sans"/>
              </a:rPr>
              <a:t>Credit Score, Public Filings, News, ESG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)</a:t>
            </a:r>
          </a:p>
          <a:p>
            <a:pPr marL="171348" marR="0" lvl="0" indent="-171348" algn="l" defTabSz="9319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D1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/>
                <a:ea typeface="+mn-ea"/>
                <a:cs typeface="+mn-cs"/>
              </a:rPr>
              <a:t>Currency &amp; Commodity (Price Feeds)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+mn-ea"/>
              <a:cs typeface="+mn-c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818987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2_SAP Template 2025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2" id="{9342E92E-B2AD-794F-98A2-523CD300322B}" vid="{49F252D7-6579-8E4E-B522-E63E345C5290}"/>
    </a:ext>
  </a:extLst>
</a:theme>
</file>

<file path=ppt/theme/theme2.xml><?xml version="1.0" encoding="utf-8"?>
<a:theme xmlns:a="http://schemas.openxmlformats.org/drawingml/2006/main" name="4_SAP Template 2025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2" id="{9342E92E-B2AD-794F-98A2-523CD300322B}" vid="{49F252D7-6579-8E4E-B522-E63E345C5290}"/>
    </a:ext>
  </a:extLst>
</a:theme>
</file>

<file path=ppt/theme/theme3.xml><?xml version="1.0" encoding="utf-8"?>
<a:theme xmlns:a="http://schemas.openxmlformats.org/drawingml/2006/main" name="SAP Template 2025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2" id="{9342E92E-B2AD-794F-98A2-523CD300322B}" vid="{49F252D7-6579-8E4E-B522-E63E345C529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3.xml><?xml version="1.0" encoding="utf-8"?>
<TemplafySlideTemplateConfiguration><![CDATA[{"slideVersion":16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31234101560684","enableDocumentContentUpdater":false,"version":"2.0"}]]></TemplafySlideTemplateConfiguratio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5863C6C9126B45A079732E11CBD527" ma:contentTypeVersion="17" ma:contentTypeDescription="Create a new document." ma:contentTypeScope="" ma:versionID="f4888a21506d87a407da618b160ca7a7">
  <xsd:schema xmlns:xsd="http://www.w3.org/2001/XMLSchema" xmlns:xs="http://www.w3.org/2001/XMLSchema" xmlns:p="http://schemas.microsoft.com/office/2006/metadata/properties" xmlns:ns2="adcf1dbd-029a-491d-9eb0-66a1be5ee797" xmlns:ns3="4278e08f-066d-42e5-8e4a-86afaeaae6c9" targetNamespace="http://schemas.microsoft.com/office/2006/metadata/properties" ma:root="true" ma:fieldsID="28b502bfc3097b96efb1e0ef033db0a2" ns2:_="" ns3:_="">
    <xsd:import namespace="adcf1dbd-029a-491d-9eb0-66a1be5ee797"/>
    <xsd:import namespace="4278e08f-066d-42e5-8e4a-86afaeaae6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f1dbd-029a-491d-9eb0-66a1be5ee7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8e08f-066d-42e5-8e4a-86afaeaae6c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c62ec7f-24ee-442e-9ffd-4b06d62870cb}" ma:internalName="TaxCatchAll" ma:showField="CatchAllData" ma:web="4278e08f-066d-42e5-8e4a-86afaeaae6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78e08f-066d-42e5-8e4a-86afaeaae6c9" xsi:nil="true"/>
    <lcf76f155ced4ddcb4097134ff3c332f xmlns="adcf1dbd-029a-491d-9eb0-66a1be5ee7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6971026-435C-449B-9D7D-337CEBE2E8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539494-FDB1-D648-8DA0-3FFA95A708AD}">
  <ds:schemaRefs/>
</ds:datastoreItem>
</file>

<file path=customXml/itemProps3.xml><?xml version="1.0" encoding="utf-8"?>
<ds:datastoreItem xmlns:ds="http://schemas.openxmlformats.org/officeDocument/2006/customXml" ds:itemID="{7FD2529C-000C-C846-A245-FC0406E53096}">
  <ds:schemaRefs/>
</ds:datastoreItem>
</file>

<file path=customXml/itemProps4.xml><?xml version="1.0" encoding="utf-8"?>
<ds:datastoreItem xmlns:ds="http://schemas.openxmlformats.org/officeDocument/2006/customXml" ds:itemID="{8D66CC15-F05C-4820-BE63-80BE2916E2E6}">
  <ds:schemaRefs>
    <ds:schemaRef ds:uri="4278e08f-066d-42e5-8e4a-86afaeaae6c9"/>
    <ds:schemaRef ds:uri="adcf1dbd-029a-491d-9eb0-66a1be5ee79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90FFA5A6-8F1E-4D1E-AF4D-E58E5159A389}">
  <ds:schemaRefs>
    <ds:schemaRef ds:uri="http://purl.org/dc/dcmitype/"/>
    <ds:schemaRef ds:uri="http://purl.org/dc/terms/"/>
    <ds:schemaRef ds:uri="adcf1dbd-029a-491d-9eb0-66a1be5ee797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metadata/properties"/>
    <ds:schemaRef ds:uri="4278e08f-066d-42e5-8e4a-86afaeaae6c9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Macintosh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72 Brand</vt:lpstr>
      <vt:lpstr>72 Brand Medium</vt:lpstr>
      <vt:lpstr>72-Regular</vt:lpstr>
      <vt:lpstr>Aptos</vt:lpstr>
      <vt:lpstr>Arial</vt:lpstr>
      <vt:lpstr>Courier New</vt:lpstr>
      <vt:lpstr>Symbol</vt:lpstr>
      <vt:lpstr>2_SAP Template 2025</vt:lpstr>
      <vt:lpstr>4_SAP Template 2025</vt:lpstr>
      <vt:lpstr>SAP Template 2025</vt:lpstr>
      <vt:lpstr>Use case: Tariff Impact Analysis Reduce tariff impacts by 20–30% with advanced trade &amp; tariff analytics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MUGGLESTONE, Philip</dc:creator>
  <cp:lastModifiedBy>Gooding, Jon</cp:lastModifiedBy>
  <cp:revision>2</cp:revision>
  <dcterms:created xsi:type="dcterms:W3CDTF">2025-10-22T09:31:15Z</dcterms:created>
  <dcterms:modified xsi:type="dcterms:W3CDTF">2025-11-07T00:34:36Z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0x010100665863C6C9126B45A079732E11CBD527</vt:lpwstr>
  </property>
  <property fmtid="{D5CDD505-2E9C-101B-9397-08002B2CF9AE}" pid="3" name="MediaServiceImageTags">
    <vt:lpwstr/>
  </property>
</Properties>
</file>