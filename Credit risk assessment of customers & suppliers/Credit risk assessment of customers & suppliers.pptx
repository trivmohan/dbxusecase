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3.xml" ContentType="application/vnd.openxmlformats-officedocument.them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6"/>
    <p:sldMasterId id="2147483690" r:id="rId7"/>
    <p:sldMasterId id="2147483720" r:id="rId8"/>
  </p:sldMasterIdLst>
  <p:notesMasterIdLst>
    <p:notesMasterId r:id="rId10"/>
  </p:notesMasterIdLst>
  <p:sldIdLst>
    <p:sldId id="30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B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49"/>
    <p:restoredTop sz="94694"/>
  </p:normalViewPr>
  <p:slideViewPr>
    <p:cSldViewPr snapToGrid="0">
      <p:cViewPr varScale="1">
        <p:scale>
          <a:sx n="107" d="100"/>
          <a:sy n="107" d="100"/>
        </p:scale>
        <p:origin x="128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Master" Target="slideMasters/slideMaster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presProps" Target="presProps.xml"/><Relationship Id="rId5" Type="http://schemas.openxmlformats.org/officeDocument/2006/relationships/customXml" Target="../customXml/item5.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8F34A-323C-9A4F-9CA6-82EE6E165618}" type="datetimeFigureOut">
              <a:rPr lang="en-US" smtClean="0"/>
              <a:t>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1BBDBE-7591-9F44-8E64-726D121FAD8D}" type="slidenum">
              <a:rPr lang="en-US" smtClean="0"/>
              <a:t>‹#›</a:t>
            </a:fld>
            <a:endParaRPr lang="en-US"/>
          </a:p>
        </p:txBody>
      </p:sp>
    </p:spTree>
    <p:extLst>
      <p:ext uri="{BB962C8B-B14F-4D97-AF65-F5344CB8AC3E}">
        <p14:creationId xmlns:p14="http://schemas.microsoft.com/office/powerpoint/2010/main" val="2980953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7000"/>
              </a:lnSpc>
              <a:spcBef>
                <a:spcPts val="0"/>
              </a:spcBef>
              <a:spcAft>
                <a:spcPts val="8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ea typeface="+mn-ea"/>
                <a:cs typeface="+mn-cs"/>
              </a:rPr>
              <a:t>SLIDE NOTES:</a:t>
            </a:r>
          </a:p>
          <a:p>
            <a:pPr marL="171450" marR="0" lvl="0" indent="-171450" algn="l" defTabSz="1088776"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ea typeface="+mn-ea"/>
                <a:cs typeface="+mn-cs"/>
              </a:rPr>
              <a:t>Use this slide to highlight </a:t>
            </a:r>
          </a:p>
          <a:p>
            <a:pPr marL="351450" marR="0" lvl="1" indent="-171450" algn="l" defTabSz="1088776"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ea typeface="+mn-ea"/>
                <a:cs typeface="+mn-cs"/>
              </a:rPr>
              <a:t>that BDC offers analytics, planning, data and AI all in one agile and flexible solution</a:t>
            </a:r>
          </a:p>
          <a:p>
            <a:pPr marL="351450" marR="0" lvl="1" indent="-171450" algn="l" defTabSz="1088776"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ea typeface="+mn-ea"/>
                <a:cs typeface="+mn-cs"/>
              </a:rPr>
              <a:t>an end-to-end use case with BDC that utilizes curated data products for trusted data, SAP Databricks to develop an AI solution, and SAP Datasphere and SAC for semantic modelling, analytics and planning on top of AI-driven insights</a:t>
            </a:r>
          </a:p>
          <a:p>
            <a:pPr marL="0" marR="0" lvl="0" indent="0" algn="l" defTabSz="1088776" rtl="0" eaLnBrk="1" fontAlgn="auto" latinLnBrk="0" hangingPunct="1">
              <a:lnSpc>
                <a:spcPct val="107000"/>
              </a:lnSpc>
              <a:spcBef>
                <a:spcPts val="0"/>
              </a:spcBef>
              <a:spcAft>
                <a:spcPts val="800"/>
              </a:spcAft>
              <a:buClrTx/>
              <a:buSzTx/>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ea typeface="+mn-ea"/>
              <a:cs typeface="+mn-cs"/>
            </a:endParaRPr>
          </a:p>
          <a:p>
            <a:endParaRPr lang="en-US" sz="1000"/>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72 Brand" panose="020B0504030603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a:t>
            </a:fld>
            <a:endParaRPr kumimoji="0" lang="en-DE" sz="800" b="0" i="0" u="none" strike="noStrike" kern="1200" cap="none" spc="0" normalizeH="0" baseline="0" noProof="0">
              <a:ln>
                <a:noFill/>
              </a:ln>
              <a:solidFill>
                <a:srgbClr val="000000"/>
              </a:solidFill>
              <a:effectLst/>
              <a:uLnTx/>
              <a:uFillTx/>
              <a:latin typeface="72 Brand" panose="020B0504030603020204" pitchFamily="34" charset="0"/>
              <a:ea typeface="+mn-ea"/>
              <a:cs typeface="+mn-cs"/>
            </a:endParaRPr>
          </a:p>
        </p:txBody>
      </p:sp>
    </p:spTree>
    <p:extLst>
      <p:ext uri="{BB962C8B-B14F-4D97-AF65-F5344CB8AC3E}">
        <p14:creationId xmlns:p14="http://schemas.microsoft.com/office/powerpoint/2010/main" val="16401938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7925" y="2706317"/>
            <a:ext cx="5439871" cy="997196"/>
          </a:xfrm>
        </p:spPr>
        <p:txBody>
          <a:bodyPr anchor="b" anchorCtr="0">
            <a:noAutofit/>
          </a:bodyPr>
          <a:lstStyle>
            <a:lvl1pPr>
              <a:lnSpc>
                <a:spcPct val="90000"/>
              </a:lnSpc>
              <a:defRPr sz="3599" b="0" i="0">
                <a:latin typeface="+mj-lt"/>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3781" y="0"/>
            <a:ext cx="6118219" cy="6858000"/>
          </a:xfrm>
        </p:spPr>
        <p:txBody>
          <a:bodyPr anchor="ctr" anchorCtr="0"/>
          <a:lstStyle>
            <a:lvl1pPr algn="ctr">
              <a:defRPr/>
            </a:lvl1pPr>
          </a:lstStyle>
          <a:p>
            <a:r>
              <a:rPr lang="en-US"/>
              <a:t>Click to insert picture</a:t>
            </a:r>
          </a:p>
        </p:txBody>
      </p:sp>
      <p:pic>
        <p:nvPicPr>
          <p:cNvPr id="1237551887" name="LogoBlue-Dynamic" descr="{&quot;templafy&quot;:{&quot;id&quot;:&quot;31fb104a-4bd2-4be1-990c-9956a246a6a6&quot;}}"/>
          <p:cNvPicPr>
            <a:picLocks noChangeAspect="1"/>
          </p:cNvPicPr>
          <p:nvPr/>
        </p:nvPicPr>
        <p:blipFill>
          <a:blip r:embed="rId2"/>
          <a:stretch>
            <a:fillRect/>
          </a:stretch>
        </p:blipFill>
        <p:spPr>
          <a:xfrm>
            <a:off x="287932" y="360000"/>
            <a:ext cx="727003" cy="360000"/>
          </a:xfrm>
          <a:prstGeom prst="rect">
            <a:avLst/>
          </a:prstGeom>
        </p:spPr>
      </p:pic>
      <p:sp>
        <p:nvSpPr>
          <p:cNvPr id="6" name="Classification-Dynamic" descr="{&quot;templafy&quot;:{&quot;id&quot;:&quot;dd500091-516e-4e09-935d-a8446760ab37&quot;}}">
            <a:extLst>
              <a:ext uri="{FF2B5EF4-FFF2-40B4-BE49-F238E27FC236}">
                <a16:creationId xmlns:a16="http://schemas.microsoft.com/office/drawing/2014/main" id="{870EB466-B92B-9D4D-974E-A49C0F424152}"/>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28900040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0" y="0"/>
            <a:ext cx="12192000" cy="6858000"/>
          </a:xfrm>
          <a:prstGeom prst="rect">
            <a:avLst/>
          </a:prstGeom>
          <a:solidFill>
            <a:srgbClr val="28004A"/>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8512" y="1216760"/>
            <a:ext cx="8885550" cy="4424483"/>
          </a:xfrm>
          <a:prstGeom prst="rect">
            <a:avLst/>
          </a:prstGeom>
        </p:spPr>
      </p:pic>
      <p:sp>
        <p:nvSpPr>
          <p:cNvPr id="4" name="Title"/>
          <p:cNvSpPr>
            <a:spLocks noGrp="1"/>
          </p:cNvSpPr>
          <p:nvPr>
            <p:ph type="title" hasCustomPrompt="1"/>
          </p:nvPr>
        </p:nvSpPr>
        <p:spPr>
          <a:xfrm>
            <a:off x="287925" y="2706317"/>
            <a:ext cx="10897962" cy="997196"/>
          </a:xfrm>
        </p:spPr>
        <p:txBody>
          <a:bodyPr>
            <a:noAutofit/>
          </a:bodyPr>
          <a:lstStyle>
            <a:lvl1pPr>
              <a:lnSpc>
                <a:spcPct val="90000"/>
              </a:lnSpc>
              <a:defRPr sz="3599" b="0" i="0">
                <a:solidFill>
                  <a:schemeClr val="bg1"/>
                </a:solidFill>
                <a:latin typeface="+mj-lt"/>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874853631" name="LogoWhite-Dynamic" descr="{&quot;templafy&quot;:{&quot;id&quot;:&quot;d4065cf0-3d7d-4421-8dd7-4a927a682008&quot;}}"/>
          <p:cNvPicPr>
            <a:picLocks noChangeAspect="1"/>
          </p:cNvPicPr>
          <p:nvPr/>
        </p:nvPicPr>
        <p:blipFill>
          <a:blip r:embed="rId3"/>
          <a:stretch>
            <a:fillRect/>
          </a:stretch>
        </p:blipFill>
        <p:spPr>
          <a:xfrm>
            <a:off x="287932" y="360000"/>
            <a:ext cx="727003" cy="360000"/>
          </a:xfrm>
          <a:prstGeom prst="rect">
            <a:avLst/>
          </a:prstGeom>
        </p:spPr>
      </p:pic>
      <p:sp>
        <p:nvSpPr>
          <p:cNvPr id="7" name="Classification-Dynamic" descr="{&quot;templafy&quot;:{&quot;id&quot;:&quot;79cac289-6949-46c4-afc6-3b10b6515444&quot;}}">
            <a:extLst>
              <a:ext uri="{FF2B5EF4-FFF2-40B4-BE49-F238E27FC236}">
                <a16:creationId xmlns:a16="http://schemas.microsoft.com/office/drawing/2014/main" id="{1D05DC80-84C9-9ECA-3B84-3577D8D8165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443467130"/>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0410" y="0"/>
            <a:ext cx="5091591" cy="6858000"/>
          </a:xfrm>
          <a:prstGeom prst="rect">
            <a:avLst/>
          </a:prstGeom>
          <a:solidFill>
            <a:srgbClr val="FFC932"/>
          </a:solid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5656" y="250522"/>
            <a:ext cx="4536910"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2" y="0"/>
            <a:ext cx="7224419" cy="6858000"/>
          </a:xfrm>
          <a:prstGeom prst="rect">
            <a:avLst/>
          </a:prstGeom>
          <a:solidFill>
            <a:schemeClr val="accent1"/>
          </a:solidFill>
          <a:ln w="1342"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1025126167" name="LogoWhite-Dynamic" descr="{&quot;templafy&quot;:{&quot;id&quot;:&quot;a0696034-9670-4d7b-a80a-e5801256b450&quot;}}"/>
          <p:cNvPicPr>
            <a:picLocks noChangeAspect="1"/>
          </p:cNvPicPr>
          <p:nvPr/>
        </p:nvPicPr>
        <p:blipFill>
          <a:blip r:embed="rId4"/>
          <a:stretch>
            <a:fillRect/>
          </a:stretch>
        </p:blipFill>
        <p:spPr>
          <a:xfrm>
            <a:off x="287932" y="360000"/>
            <a:ext cx="727003" cy="360000"/>
          </a:xfrm>
          <a:prstGeom prst="rect">
            <a:avLst/>
          </a:prstGeom>
        </p:spPr>
      </p:pic>
      <p:sp>
        <p:nvSpPr>
          <p:cNvPr id="8" name="Classification-Dynamic" descr="{&quot;templafy&quot;:{&quot;id&quot;:&quot;efe1d89f-eade-44b0-a576-0c0f42301897&quot;}}">
            <a:extLst>
              <a:ext uri="{FF2B5EF4-FFF2-40B4-BE49-F238E27FC236}">
                <a16:creationId xmlns:a16="http://schemas.microsoft.com/office/drawing/2014/main" id="{F1333C1B-AD40-D53A-5A1E-EFB8C6390D4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pic>
        <p:nvPicPr>
          <p:cNvPr id="5" name="Picture 4">
            <a:extLst>
              <a:ext uri="{FF2B5EF4-FFF2-40B4-BE49-F238E27FC236}">
                <a16:creationId xmlns:a16="http://schemas.microsoft.com/office/drawing/2014/main" id="{F75B4DB5-6F82-52F7-7AD9-80874B011E33}"/>
              </a:ext>
              <a:ext uri="{C183D7F6-B498-43B3-948B-1728B52AA6E4}">
                <adec:decorative xmlns:adec="http://schemas.microsoft.com/office/drawing/2017/decorative" val="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flipH="1">
            <a:off x="4663608" y="1129553"/>
            <a:ext cx="6884669" cy="5728447"/>
          </a:xfrm>
          <a:prstGeom prst="rect">
            <a:avLst/>
          </a:prstGeom>
        </p:spPr>
      </p:pic>
      <p:sp>
        <p:nvSpPr>
          <p:cNvPr id="4" name="Title"/>
          <p:cNvSpPr>
            <a:spLocks noGrp="1"/>
          </p:cNvSpPr>
          <p:nvPr>
            <p:ph type="title" hasCustomPrompt="1"/>
          </p:nvPr>
        </p:nvSpPr>
        <p:spPr>
          <a:xfrm>
            <a:off x="287927" y="2706317"/>
            <a:ext cx="6631578" cy="997196"/>
          </a:xfrm>
        </p:spPr>
        <p:txBody>
          <a:bodyPr anchor="b" anchorCtr="0">
            <a:noAutofit/>
          </a:bodyPr>
          <a:lstStyle>
            <a:lvl1pPr>
              <a:lnSpc>
                <a:spcPct val="90000"/>
              </a:lnSpc>
              <a:defRPr sz="3599" b="0" i="0">
                <a:solidFill>
                  <a:schemeClr val="bg1"/>
                </a:solidFill>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spTree>
    <p:extLst>
      <p:ext uri="{BB962C8B-B14F-4D97-AF65-F5344CB8AC3E}">
        <p14:creationId xmlns:p14="http://schemas.microsoft.com/office/powerpoint/2010/main" val="2701233205"/>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0" y="0"/>
            <a:ext cx="12192000" cy="6858000"/>
          </a:xfrm>
          <a:prstGeom prst="rect">
            <a:avLst/>
          </a:prstGeom>
          <a:solidFill>
            <a:srgbClr val="97DD40"/>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7926" y="2706317"/>
            <a:ext cx="5528264" cy="997196"/>
          </a:xfrm>
        </p:spPr>
        <p:txBody>
          <a:bodyPr anchor="b" anchorCtr="0">
            <a:noAutofit/>
          </a:bodyPr>
          <a:lstStyle>
            <a:lvl1pPr>
              <a:lnSpc>
                <a:spcPct val="90000"/>
              </a:lnSpc>
              <a:defRPr sz="3599"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7916" y="2029240"/>
            <a:ext cx="5710200"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a:t>         Click to add image</a:t>
            </a:r>
          </a:p>
        </p:txBody>
      </p:sp>
      <p:sp>
        <p:nvSpPr>
          <p:cNvPr id="4" name="Classification-Dynamic" descr="{&quot;templafy&quot;:{&quot;id&quot;:&quot;15a0c36e-cfcd-42f4-8d96-f48f504a4dda&quot;}}">
            <a:extLst>
              <a:ext uri="{FF2B5EF4-FFF2-40B4-BE49-F238E27FC236}">
                <a16:creationId xmlns:a16="http://schemas.microsoft.com/office/drawing/2014/main" id="{13EDB9F6-FBDA-8ED8-A84B-244CC53CFF9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pic>
        <p:nvPicPr>
          <p:cNvPr id="569494402" name="LogoBlack-Dynamic" descr="{&quot;templafy&quot;:{&quot;id&quot;:&quot;f018ab10-9877-4c1a-903d-8e20a0516ebf&quot;}}"/>
          <p:cNvPicPr>
            <a:picLocks noChangeAspect="1"/>
          </p:cNvPicPr>
          <p:nvPr/>
        </p:nvPicPr>
        <p:blipFill>
          <a:blip r:embed="rId2"/>
          <a:stretch>
            <a:fillRect/>
          </a:stretch>
        </p:blipFill>
        <p:spPr>
          <a:xfrm>
            <a:off x="287932" y="360000"/>
            <a:ext cx="727003" cy="360000"/>
          </a:xfrm>
          <a:prstGeom prst="rect">
            <a:avLst/>
          </a:prstGeom>
        </p:spPr>
      </p:pic>
    </p:spTree>
    <p:extLst>
      <p:ext uri="{BB962C8B-B14F-4D97-AF65-F5344CB8AC3E}">
        <p14:creationId xmlns:p14="http://schemas.microsoft.com/office/powerpoint/2010/main" val="1647121212"/>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Title"/>
          <p:cNvSpPr>
            <a:spLocks noGrp="1"/>
          </p:cNvSpPr>
          <p:nvPr>
            <p:ph type="title" hasCustomPrompt="1"/>
          </p:nvPr>
        </p:nvSpPr>
        <p:spPr>
          <a:xfrm>
            <a:off x="287925" y="4024430"/>
            <a:ext cx="10896336" cy="997196"/>
          </a:xfrm>
        </p:spPr>
        <p:txBody>
          <a:bodyPr vert="horz" wrap="square" lIns="0" tIns="0" rIns="0" bIns="0" rtlCol="0">
            <a:noAutofit/>
          </a:bodyPr>
          <a:lstStyle>
            <a:lvl1pPr>
              <a:lnSpc>
                <a:spcPct val="90000"/>
              </a:lnSpc>
              <a:defRPr lang="de-DE" sz="3599"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2000" cy="3430800"/>
          </a:xfrm>
        </p:spPr>
        <p:txBody>
          <a:bodyPr anchor="ctr" anchorCtr="0"/>
          <a:lstStyle>
            <a:lvl1pPr marL="0" marR="0" indent="0" algn="ctr" defTabSz="1088231" rtl="0" eaLnBrk="1" fontAlgn="auto" latinLnBrk="0" hangingPunct="1">
              <a:lnSpc>
                <a:spcPct val="100000"/>
              </a:lnSpc>
              <a:spcBef>
                <a:spcPts val="1799"/>
              </a:spcBef>
              <a:spcAft>
                <a:spcPts val="0"/>
              </a:spcAft>
              <a:buClr>
                <a:schemeClr val="accent1"/>
              </a:buClr>
              <a:buSzPct val="80000"/>
              <a:buFontTx/>
              <a:buNone/>
              <a:tabLst/>
              <a:defRPr/>
            </a:lvl1pPr>
          </a:lstStyle>
          <a:p>
            <a:pPr marL="0" marR="0" lvl="0" indent="0" algn="ctr" defTabSz="1088231" rtl="0" eaLnBrk="1" fontAlgn="auto" latinLnBrk="0" hangingPunct="1">
              <a:lnSpc>
                <a:spcPct val="100000"/>
              </a:lnSpc>
              <a:spcBef>
                <a:spcPts val="1799"/>
              </a:spcBef>
              <a:spcAft>
                <a:spcPts val="0"/>
              </a:spcAft>
              <a:buClr>
                <a:schemeClr val="accent1"/>
              </a:buClr>
              <a:buSzPct val="80000"/>
              <a:buFontTx/>
              <a:buNone/>
              <a:tabLst/>
              <a:defRPr/>
            </a:pPr>
            <a:r>
              <a:rPr lang="en-US"/>
              <a:t>Click to insert picture</a:t>
            </a:r>
          </a:p>
        </p:txBody>
      </p:sp>
      <p:pic>
        <p:nvPicPr>
          <p:cNvPr id="2136983403" name="LogoBlue-Dynamic" descr="{&quot;templafy&quot;:{&quot;id&quot;:&quot;b86c6774-bfb5-42ce-af29-ad7c8e956cc6&quot;}}"/>
          <p:cNvPicPr>
            <a:picLocks noChangeAspect="1"/>
          </p:cNvPicPr>
          <p:nvPr/>
        </p:nvPicPr>
        <p:blipFill>
          <a:blip r:embed="rId2"/>
          <a:stretch>
            <a:fillRect/>
          </a:stretch>
        </p:blipFill>
        <p:spPr>
          <a:xfrm>
            <a:off x="287932" y="6218600"/>
            <a:ext cx="727003" cy="360000"/>
          </a:xfrm>
          <a:prstGeom prst="rect">
            <a:avLst/>
          </a:prstGeom>
        </p:spPr>
      </p:pic>
      <p:sp>
        <p:nvSpPr>
          <p:cNvPr id="9" name="Classification-Dynamic" descr="{&quot;templafy&quot;:{&quot;id&quot;:&quot;a4489086-5ad1-4eb9-8912-a3dfda15f59c&quot;}}">
            <a:extLst>
              <a:ext uri="{FF2B5EF4-FFF2-40B4-BE49-F238E27FC236}">
                <a16:creationId xmlns:a16="http://schemas.microsoft.com/office/drawing/2014/main" id="{CE0C2033-6FDF-7DD6-E25C-C03296FDAD00}"/>
              </a:ext>
            </a:extLst>
          </p:cNvPr>
          <p:cNvSpPr txBox="1"/>
          <p:nvPr userDrawn="1"/>
        </p:nvSpPr>
        <p:spPr>
          <a:xfrm>
            <a:off x="282501" y="5724000"/>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9469609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3">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1122" y="1275476"/>
            <a:ext cx="606776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sz="2099" b="0" i="0">
              <a:latin typeface="72 Brand" panose="020B0504030603020204" pitchFamily="34" charset="0"/>
            </a:endParaRPr>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5" y="2706317"/>
            <a:ext cx="6025170" cy="997196"/>
          </a:xfrm>
        </p:spPr>
        <p:txBody>
          <a:bodyPr>
            <a:noAutofit/>
          </a:bodyPr>
          <a:lstStyle>
            <a:lvl1pPr>
              <a:lnSpc>
                <a:spcPct val="90000"/>
              </a:lnSpc>
              <a:defRPr sz="3599"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542398661" name="LogoBlue-Dynamic" descr="{&quot;templafy&quot;:{&quot;id&quot;:&quot;77d39480-6bb2-4f9e-b166-58e397c730ef&quot;}}"/>
          <p:cNvPicPr>
            <a:picLocks noChangeAspect="1"/>
          </p:cNvPicPr>
          <p:nvPr/>
        </p:nvPicPr>
        <p:blipFill>
          <a:blip r:embed="rId2"/>
          <a:stretch>
            <a:fillRect/>
          </a:stretch>
        </p:blipFill>
        <p:spPr>
          <a:xfrm>
            <a:off x="287932" y="360000"/>
            <a:ext cx="727003" cy="360000"/>
          </a:xfrm>
          <a:prstGeom prst="rect">
            <a:avLst/>
          </a:prstGeom>
        </p:spPr>
      </p:pic>
      <p:sp>
        <p:nvSpPr>
          <p:cNvPr id="11" name="Classification-Dynamic" descr="{&quot;templafy&quot;:{&quot;id&quot;:&quot;c215a143-e24c-42fe-8717-bcd7348f576e&quot;}}">
            <a:extLst>
              <a:ext uri="{FF2B5EF4-FFF2-40B4-BE49-F238E27FC236}">
                <a16:creationId xmlns:a16="http://schemas.microsoft.com/office/drawing/2014/main" id="{62D91ACB-BD14-46CB-4B61-F4B072D877C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28963604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Pr>
        <a:solidFill>
          <a:srgbClr val="EBF8FF">
            <a:alpha val="34902"/>
          </a:srgbClr>
        </a:solidFill>
        <a:effectLst/>
      </p:bgPr>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0" y="0"/>
            <a:ext cx="12192000" cy="6858000"/>
          </a:xfrm>
          <a:prstGeom prst="rect">
            <a:avLst/>
          </a:prstGeom>
          <a:solidFill>
            <a:srgbClr val="EBF8FF">
              <a:alpha val="42715"/>
            </a:srgbClr>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7925" y="2706317"/>
            <a:ext cx="5928376" cy="997196"/>
          </a:xfrm>
        </p:spPr>
        <p:txBody>
          <a:bodyPr>
            <a:noAutofit/>
          </a:bodyPr>
          <a:lstStyle>
            <a:lvl1pPr>
              <a:lnSpc>
                <a:spcPct val="90000"/>
              </a:lnSpc>
              <a:defRPr sz="3599"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736947158" name="LogoBlack-Dynamic" descr="{&quot;templafy&quot;:{&quot;id&quot;:&quot;c55a38a9-de1b-495a-8b58-131e1d52fd54&quot;}}"/>
          <p:cNvPicPr>
            <a:picLocks noChangeAspect="1"/>
          </p:cNvPicPr>
          <p:nvPr/>
        </p:nvPicPr>
        <p:blipFill>
          <a:blip r:embed="rId2"/>
          <a:stretch>
            <a:fillRect/>
          </a:stretch>
        </p:blipFill>
        <p:spPr>
          <a:xfrm>
            <a:off x="287932" y="360000"/>
            <a:ext cx="727003" cy="360000"/>
          </a:xfrm>
          <a:prstGeom prst="rect">
            <a:avLst/>
          </a:prstGeom>
        </p:spPr>
      </p:pic>
    </p:spTree>
    <p:extLst>
      <p:ext uri="{BB962C8B-B14F-4D97-AF65-F5344CB8AC3E}">
        <p14:creationId xmlns:p14="http://schemas.microsoft.com/office/powerpoint/2010/main" val="16567892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0"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sz="2099" b="0" i="0">
              <a:latin typeface="72 Brand" panose="020B0504030603020204" pitchFamily="34" charset="0"/>
            </a:endParaRPr>
          </a:p>
        </p:txBody>
      </p:sp>
      <p:sp>
        <p:nvSpPr>
          <p:cNvPr id="5" name="Anvil" descr="preencoded.png">
            <a:extLst>
              <a:ext uri="{FF2B5EF4-FFF2-40B4-BE49-F238E27FC236}">
                <a16:creationId xmlns:a16="http://schemas.microsoft.com/office/drawing/2014/main" id="{2384FC7E-529D-ABDF-A914-031C308F2C30}"/>
              </a:ext>
            </a:extLst>
          </p:cNvPr>
          <p:cNvSpPr/>
          <p:nvPr userDrawn="1"/>
        </p:nvSpPr>
        <p:spPr>
          <a:xfrm>
            <a:off x="780171" y="1275478"/>
            <a:ext cx="7981723" cy="3935411"/>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002A86"/>
          </a:solidFill>
          <a:ln w="15238" cap="flat">
            <a:noFill/>
            <a:prstDash val="solid"/>
            <a:miter/>
          </a:ln>
        </p:spPr>
        <p:txBody>
          <a:bodyPr rtlCol="0" anchor="ctr"/>
          <a:lstStyle/>
          <a:p>
            <a:endParaRPr lang="en-US" sz="2099" b="0" i="0">
              <a:latin typeface="72 Brand" panose="020B0504030603020204" pitchFamily="34" charset="0"/>
            </a:endParaRPr>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7926" y="2706317"/>
            <a:ext cx="6874803" cy="997196"/>
          </a:xfrm>
        </p:spPr>
        <p:txBody>
          <a:bodyPr>
            <a:noAutofit/>
          </a:bodyPr>
          <a:lstStyle>
            <a:lvl1pPr>
              <a:lnSpc>
                <a:spcPct val="90000"/>
              </a:lnSpc>
              <a:defRPr sz="3599" b="0" i="0">
                <a:solidFill>
                  <a:schemeClr val="bg1"/>
                </a:solidFill>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322620398" name="LogoWhite-Dynamic" descr="{&quot;templafy&quot;:{&quot;id&quot;:&quot;57053213-140f-42e4-b279-3aff034a8e0b&quot;}}"/>
          <p:cNvPicPr>
            <a:picLocks noChangeAspect="1"/>
          </p:cNvPicPr>
          <p:nvPr/>
        </p:nvPicPr>
        <p:blipFill>
          <a:blip r:embed="rId2"/>
          <a:stretch>
            <a:fillRect/>
          </a:stretch>
        </p:blipFill>
        <p:spPr>
          <a:xfrm>
            <a:off x="287932" y="360000"/>
            <a:ext cx="727003" cy="360000"/>
          </a:xfrm>
          <a:prstGeom prst="rect">
            <a:avLst/>
          </a:prstGeom>
        </p:spPr>
      </p:pic>
      <p:sp>
        <p:nvSpPr>
          <p:cNvPr id="3" name="Classification-Dynamic" descr="{&quot;templafy&quot;:{&quot;id&quot;:&quot;d79d039e-49b3-4324-b9e4-2a15bf644364&quot;}}">
            <a:extLst>
              <a:ext uri="{FF2B5EF4-FFF2-40B4-BE49-F238E27FC236}">
                <a16:creationId xmlns:a16="http://schemas.microsoft.com/office/drawing/2014/main" id="{D67AB148-356D-F356-4E6C-9664D9EB9DF3}"/>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6763020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0"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sz="2099" b="0" i="0">
              <a:latin typeface="72 Brand" panose="020B0504030603020204" pitchFamily="34" charset="0"/>
            </a:endParaRPr>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1503214" y="989323"/>
            <a:ext cx="9185575"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sz="2099" b="0" i="0">
              <a:latin typeface="72 Brand" panose="020B0504030603020204" pitchFamily="34" charset="0"/>
            </a:endParaRPr>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7925" y="2706317"/>
            <a:ext cx="5928376" cy="997196"/>
          </a:xfrm>
        </p:spPr>
        <p:txBody>
          <a:bodyPr>
            <a:noAutofit/>
          </a:bodyPr>
          <a:lstStyle>
            <a:lvl1pPr>
              <a:lnSpc>
                <a:spcPct val="90000"/>
              </a:lnSpc>
              <a:defRPr sz="3599"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352421156" name="LogoBlack-Dynamic" descr="{&quot;templafy&quot;:{&quot;id&quot;:&quot;65841d7c-a25a-482e-8a0b-399fe2060e85&quot;}}"/>
          <p:cNvPicPr>
            <a:picLocks noChangeAspect="1"/>
          </p:cNvPicPr>
          <p:nvPr/>
        </p:nvPicPr>
        <p:blipFill>
          <a:blip r:embed="rId2"/>
          <a:stretch>
            <a:fillRect/>
          </a:stretch>
        </p:blipFill>
        <p:spPr>
          <a:xfrm>
            <a:off x="287932" y="360000"/>
            <a:ext cx="727003" cy="360000"/>
          </a:xfrm>
          <a:prstGeom prst="rect">
            <a:avLst/>
          </a:prstGeom>
        </p:spPr>
      </p:pic>
      <p:sp>
        <p:nvSpPr>
          <p:cNvPr id="3" name="Classification-Dynamic" descr="{&quot;templafy&quot;:{&quot;id&quot;:&quot;9a099f80-0352-4bc9-9d82-a824546006f3&quot;}}">
            <a:extLst>
              <a:ext uri="{FF2B5EF4-FFF2-40B4-BE49-F238E27FC236}">
                <a16:creationId xmlns:a16="http://schemas.microsoft.com/office/drawing/2014/main" id="{BBFBBDC3-D031-6041-465D-9F7147F423CF}"/>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216907353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7110" y="0"/>
            <a:ext cx="6084890" cy="6858000"/>
          </a:xfrm>
        </p:spPr>
        <p:txBody>
          <a:bodyPr anchor="ctr" anchorCtr="0"/>
          <a:lstStyle>
            <a:lvl1pPr algn="ctr">
              <a:defRPr/>
            </a:lvl1pPr>
          </a:lstStyle>
          <a:p>
            <a:r>
              <a:rPr lang="en-US"/>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01" y="2141327"/>
            <a:ext cx="4124850"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5" y="2706317"/>
            <a:ext cx="6025170" cy="997196"/>
          </a:xfrm>
        </p:spPr>
        <p:txBody>
          <a:bodyPr>
            <a:noAutofit/>
          </a:bodyPr>
          <a:lstStyle>
            <a:lvl1pPr>
              <a:lnSpc>
                <a:spcPct val="90000"/>
              </a:lnSpc>
              <a:defRPr sz="3599"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1023284910" name="LogoBlue-Dynamic" descr="{&quot;templafy&quot;:{&quot;id&quot;:&quot;290322f9-1797-4b4d-8043-942607235499&quot;}}"/>
          <p:cNvPicPr>
            <a:picLocks noChangeAspect="1"/>
          </p:cNvPicPr>
          <p:nvPr/>
        </p:nvPicPr>
        <p:blipFill>
          <a:blip r:embed="rId3"/>
          <a:stretch>
            <a:fillRect/>
          </a:stretch>
        </p:blipFill>
        <p:spPr>
          <a:xfrm>
            <a:off x="287932" y="360000"/>
            <a:ext cx="727003" cy="360000"/>
          </a:xfrm>
          <a:prstGeom prst="rect">
            <a:avLst/>
          </a:prstGeom>
        </p:spPr>
      </p:pic>
      <p:sp>
        <p:nvSpPr>
          <p:cNvPr id="3" name="Classification-Dynamic" descr="{&quot;templafy&quot;:{&quot;id&quot;:&quot;74f902db-19ce-473e-a6ef-bfcbbe21a93e&quot;}}">
            <a:extLst>
              <a:ext uri="{FF2B5EF4-FFF2-40B4-BE49-F238E27FC236}">
                <a16:creationId xmlns:a16="http://schemas.microsoft.com/office/drawing/2014/main" id="{4A078429-99DD-7555-B0F4-FEF46FD297B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23442862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0" y="3"/>
            <a:ext cx="12192000"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sz="2099" b="0" i="0">
              <a:latin typeface="72 Brand" panose="020B0504030603020204" pitchFamily="34" charset="0"/>
            </a:endParaRPr>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159" y="1156532"/>
            <a:ext cx="5612260"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sz="2099" b="0" i="0">
              <a:latin typeface="72 Brand" panose="020B0504030603020204" pitchFamily="34" charset="0"/>
            </a:endParaRPr>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4023" y="0"/>
            <a:ext cx="4357979"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263" y="2051754"/>
            <a:ext cx="5528264" cy="997196"/>
          </a:xfrm>
        </p:spPr>
        <p:txBody>
          <a:bodyPr anchor="ctr" anchorCtr="0">
            <a:noAutofit/>
          </a:bodyPr>
          <a:lstStyle>
            <a:lvl1pPr>
              <a:lnSpc>
                <a:spcPct val="90000"/>
              </a:lnSpc>
              <a:defRPr sz="3599"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9" kern="0" err="1">
              <a:ea typeface="72 Brand" pitchFamily="34" charset="-128"/>
              <a:cs typeface="72 Brand" pitchFamily="34" charset="-128"/>
            </a:endParaRPr>
          </a:p>
        </p:txBody>
      </p:sp>
      <p:pic>
        <p:nvPicPr>
          <p:cNvPr id="421219822" name="LogoWhite-Dynamic" descr="{&quot;templafy&quot;:{&quot;id&quot;:&quot;819aee73-a0a2-4380-a436-a557525fa29d&quot;}}"/>
          <p:cNvPicPr>
            <a:picLocks noChangeAspect="1"/>
          </p:cNvPicPr>
          <p:nvPr/>
        </p:nvPicPr>
        <p:blipFill>
          <a:blip r:embed="rId2"/>
          <a:stretch>
            <a:fillRect/>
          </a:stretch>
        </p:blipFill>
        <p:spPr>
          <a:xfrm>
            <a:off x="287932" y="360000"/>
            <a:ext cx="727003" cy="360000"/>
          </a:xfrm>
          <a:prstGeom prst="rect">
            <a:avLst/>
          </a:prstGeom>
        </p:spPr>
      </p:pic>
      <p:sp>
        <p:nvSpPr>
          <p:cNvPr id="5" name="Classification-Dynamic" descr="{&quot;templafy&quot;:{&quot;id&quot;:&quot;281de79b-cce6-4308-a6d3-2c16a47ae934&quot;}}">
            <a:extLst>
              <a:ext uri="{FF2B5EF4-FFF2-40B4-BE49-F238E27FC236}">
                <a16:creationId xmlns:a16="http://schemas.microsoft.com/office/drawing/2014/main" id="{7A6CB977-D711-D436-9DC2-AAFCC56F9CAA}"/>
              </a:ext>
            </a:extLst>
          </p:cNvPr>
          <p:cNvSpPr txBox="1"/>
          <p:nvPr userDrawn="1"/>
        </p:nvSpPr>
        <p:spPr>
          <a:xfrm>
            <a:off x="440286"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5139568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5">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3869" y="505382"/>
            <a:ext cx="11183564" cy="430887"/>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3870" y="1548000"/>
            <a:ext cx="11183565" cy="4787900"/>
          </a:xfrm>
        </p:spPr>
        <p:txBody>
          <a:bodyPr/>
          <a:lstStyle>
            <a:lvl1pPr>
              <a:defRPr/>
            </a:lvl1pPr>
          </a:lstStyle>
          <a:p>
            <a:pPr lvl="0"/>
            <a:r>
              <a:rPr lang="en-US"/>
              <a:t>Agenda Item/Divider Headline</a:t>
            </a:r>
          </a:p>
          <a:p>
            <a:pPr lvl="1"/>
            <a:r>
              <a:rPr lang="en-US"/>
              <a:t>Details</a:t>
            </a:r>
          </a:p>
        </p:txBody>
      </p:sp>
    </p:spTree>
    <p:extLst>
      <p:ext uri="{BB962C8B-B14F-4D97-AF65-F5344CB8AC3E}">
        <p14:creationId xmlns:p14="http://schemas.microsoft.com/office/powerpoint/2010/main" val="3372882895"/>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2">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3090446"/>
            <a:ext cx="11182288" cy="677108"/>
          </a:xfrm>
        </p:spPr>
        <p:txBody>
          <a:bodyPr anchor="ctr" anchorCtr="0">
            <a:noAutofit/>
          </a:bodyPr>
          <a:lstStyle>
            <a:lvl1pPr>
              <a:defRPr sz="4399"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448972001"/>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2000" cy="3430800"/>
          </a:xfrm>
          <a:noFill/>
        </p:spPr>
        <p:txBody>
          <a:bodyPr tIns="324000"/>
          <a:lstStyle>
            <a:lvl1pPr marL="0" marR="0" indent="0" algn="ctr" defTabSz="1088231"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231"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399"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2012077804"/>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2">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399"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133253164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2">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1814458594"/>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2">
          <p15:clr>
            <a:srgbClr val="FBAE40"/>
          </p15:clr>
        </p15:guide>
        <p15:guide id="4" orient="horz" pos="551">
          <p15:clr>
            <a:srgbClr val="FBAE40"/>
          </p15:clr>
        </p15:guide>
        <p15:guide id="5" orient="horz" pos="39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70" y="1548000"/>
            <a:ext cx="11183565"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69" y="504001"/>
            <a:ext cx="11183564" cy="430887"/>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843836273"/>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2">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548000"/>
            <a:ext cx="5326613"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70" y="1548000"/>
            <a:ext cx="5326613"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1"/>
            <a:ext cx="11183564" cy="430887"/>
          </a:xfrm>
        </p:spPr>
        <p:txBody>
          <a:bodyPr/>
          <a:lstStyle/>
          <a:p>
            <a:r>
              <a:rPr lang="en-US" noProof="0"/>
              <a:t>Insert page title (sentence case)</a:t>
            </a:r>
            <a:endParaRPr lang="en-US"/>
          </a:p>
        </p:txBody>
      </p:sp>
    </p:spTree>
    <p:extLst>
      <p:ext uri="{BB962C8B-B14F-4D97-AF65-F5344CB8AC3E}">
        <p14:creationId xmlns:p14="http://schemas.microsoft.com/office/powerpoint/2010/main" val="3391497428"/>
      </p:ext>
    </p:extLst>
  </p:cSld>
  <p:clrMapOvr>
    <a:masterClrMapping/>
  </p:clrMapOvr>
  <p:extLst>
    <p:ext uri="{DCECCB84-F9BA-43D5-87BE-67443E8EF086}">
      <p15:sldGuideLst xmlns:p15="http://schemas.microsoft.com/office/powerpoint/2012/main">
        <p15:guide id="1" pos="314">
          <p15:clr>
            <a:srgbClr val="FBAE40"/>
          </p15:clr>
        </p15:guide>
        <p15:guide id="2" orient="horz" pos="3997">
          <p15:clr>
            <a:srgbClr val="FBAE40"/>
          </p15:clr>
        </p15:guide>
        <p15:guide id="3" pos="7362">
          <p15:clr>
            <a:srgbClr val="FBAE40"/>
          </p15:clr>
        </p15:guide>
        <p15:guide id="4" pos="3673">
          <p15:clr>
            <a:srgbClr val="FBAE40"/>
          </p15:clr>
        </p15:guide>
        <p15:guide id="5" pos="4006">
          <p15:clr>
            <a:srgbClr val="FBAE40"/>
          </p15:clr>
        </p15:guide>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4361"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4115"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69"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3870" y="504001"/>
            <a:ext cx="11183564" cy="430887"/>
          </a:xfrm>
        </p:spPr>
        <p:txBody>
          <a:bodyPr/>
          <a:lstStyle/>
          <a:p>
            <a:r>
              <a:rPr lang="en-US" noProof="0"/>
              <a:t>Insert page title (sentence case)</a:t>
            </a:r>
            <a:endParaRPr lang="en-US"/>
          </a:p>
        </p:txBody>
      </p:sp>
    </p:spTree>
    <p:extLst>
      <p:ext uri="{BB962C8B-B14F-4D97-AF65-F5344CB8AC3E}">
        <p14:creationId xmlns:p14="http://schemas.microsoft.com/office/powerpoint/2010/main" val="2468446689"/>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2">
          <p15:clr>
            <a:srgbClr val="FBAE40"/>
          </p15:clr>
        </p15:guide>
        <p15:guide id="4" pos="2716">
          <p15:clr>
            <a:srgbClr val="FBAE40"/>
          </p15:clr>
        </p15:guide>
        <p15:guide id="5" pos="4963">
          <p15:clr>
            <a:srgbClr val="FBAE40"/>
          </p15:clr>
        </p15:guide>
        <p15:guide id="6" pos="5118">
          <p15:clr>
            <a:srgbClr val="FBAE40"/>
          </p15:clr>
        </p15:guide>
        <p15:guide id="7" pos="7362">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0820" y="4770000"/>
            <a:ext cx="5326613" cy="1575238"/>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0820" y="1548003"/>
            <a:ext cx="5326613" cy="279259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3870" y="4770000"/>
            <a:ext cx="5326613" cy="1575238"/>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3870" y="1548003"/>
            <a:ext cx="5326613" cy="279259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1"/>
            <a:ext cx="11183564" cy="430887"/>
          </a:xfrm>
        </p:spPr>
        <p:txBody>
          <a:bodyPr/>
          <a:lstStyle/>
          <a:p>
            <a:r>
              <a:rPr lang="en-US" noProof="0"/>
              <a:t>Insert page title (sentence case)</a:t>
            </a:r>
            <a:endParaRPr lang="en-US"/>
          </a:p>
        </p:txBody>
      </p:sp>
    </p:spTree>
    <p:extLst>
      <p:ext uri="{BB962C8B-B14F-4D97-AF65-F5344CB8AC3E}">
        <p14:creationId xmlns:p14="http://schemas.microsoft.com/office/powerpoint/2010/main" val="2000633182"/>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1">
          <p15:clr>
            <a:srgbClr val="FBAE40"/>
          </p15:clr>
        </p15:guide>
        <p15:guide id="9" pos="3999">
          <p15:clr>
            <a:srgbClr val="FBAE40"/>
          </p15:clr>
        </p15:guide>
        <p15:guide id="10" pos="736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7116" y="4354924"/>
            <a:ext cx="3390317" cy="1981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7116" y="1548000"/>
            <a:ext cx="3390317"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0493" y="4354924"/>
            <a:ext cx="3390317" cy="1981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0493" y="1548000"/>
            <a:ext cx="3390317"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3870" y="4354924"/>
            <a:ext cx="3390317" cy="1981079"/>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3870" y="1548000"/>
            <a:ext cx="3390317" cy="2294662"/>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1"/>
            <a:ext cx="11183564" cy="430887"/>
          </a:xfrm>
        </p:spPr>
        <p:txBody>
          <a:bodyPr/>
          <a:lstStyle/>
          <a:p>
            <a:r>
              <a:rPr lang="en-US" noProof="0"/>
              <a:t>Insert page title (sentence case)</a:t>
            </a:r>
            <a:endParaRPr lang="en-US"/>
          </a:p>
        </p:txBody>
      </p:sp>
    </p:spTree>
    <p:extLst>
      <p:ext uri="{BB962C8B-B14F-4D97-AF65-F5344CB8AC3E}">
        <p14:creationId xmlns:p14="http://schemas.microsoft.com/office/powerpoint/2010/main" val="98934428"/>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4">
          <p15:clr>
            <a:srgbClr val="FBAE40"/>
          </p15:clr>
        </p15:guide>
        <p15:guide id="4" pos="2772">
          <p15:clr>
            <a:srgbClr val="FBAE40"/>
          </p15:clr>
        </p15:guide>
        <p15:guide id="5" pos="4909">
          <p15:clr>
            <a:srgbClr val="FBAE40"/>
          </p15:clr>
        </p15:guide>
        <p15:guide id="6" pos="5226">
          <p15:clr>
            <a:srgbClr val="FBAE40"/>
          </p15:clr>
        </p15:guide>
        <p15:guide id="7" pos="7362">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2462" y="3877200"/>
            <a:ext cx="2414971"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2462" y="1548003"/>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49600" y="3877200"/>
            <a:ext cx="2414971"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49600" y="1548003"/>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6735" y="3877200"/>
            <a:ext cx="2414971"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6735" y="1548003"/>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870" y="3877200"/>
            <a:ext cx="2414971" cy="2457780"/>
          </a:xfrm>
        </p:spPr>
        <p:txBody>
          <a:bodyPr/>
          <a:lstStyle>
            <a:lvl1pPr>
              <a:spcBef>
                <a:spcPts val="600"/>
              </a:spcBef>
              <a:defRPr sz="1799"/>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870" y="1548003"/>
            <a:ext cx="2414971" cy="1871663"/>
          </a:xfrm>
          <a:noFill/>
        </p:spPr>
        <p:txBody>
          <a:bodyPr vert="horz" lIns="0" tIns="180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1"/>
            <a:ext cx="11183564" cy="430887"/>
          </a:xfrm>
        </p:spPr>
        <p:txBody>
          <a:bodyPr/>
          <a:lstStyle/>
          <a:p>
            <a:r>
              <a:rPr lang="en-US" noProof="0"/>
              <a:t>Insert page title (sentence case)</a:t>
            </a:r>
            <a:endParaRPr lang="en-US"/>
          </a:p>
        </p:txBody>
      </p:sp>
    </p:spTree>
    <p:extLst>
      <p:ext uri="{BB962C8B-B14F-4D97-AF65-F5344CB8AC3E}">
        <p14:creationId xmlns:p14="http://schemas.microsoft.com/office/powerpoint/2010/main" val="3503944874"/>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8">
          <p15:clr>
            <a:srgbClr val="FBAE40"/>
          </p15:clr>
        </p15:guide>
        <p15:guide id="10" pos="3682">
          <p15:clr>
            <a:srgbClr val="FBAE40"/>
          </p15:clr>
        </p15:guide>
        <p15:guide id="11" pos="3999">
          <p15:clr>
            <a:srgbClr val="FBAE40"/>
          </p15:clr>
        </p15:guide>
        <p15:guide id="12" pos="5524">
          <p15:clr>
            <a:srgbClr val="FBAE40"/>
          </p15:clr>
        </p15:guide>
        <p15:guide id="13" pos="5840">
          <p15:clr>
            <a:srgbClr val="FBAE40"/>
          </p15:clr>
        </p15:guide>
        <p15:guide id="14" pos="73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3869" y="1800000"/>
            <a:ext cx="11182288" cy="3285032"/>
          </a:xfrm>
        </p:spPr>
        <p:txBody>
          <a:bodyPr/>
          <a:lstStyle>
            <a:lvl1pPr marL="395802" indent="-395802">
              <a:lnSpc>
                <a:spcPct val="90000"/>
              </a:lnSpc>
              <a:spcBef>
                <a:spcPts val="600"/>
              </a:spcBef>
              <a:defRPr sz="5997" b="0" i="0">
                <a:latin typeface="72 Brand Medium" panose="020B0504030603020204" pitchFamily="34" charset="0"/>
              </a:defRPr>
            </a:lvl1pPr>
            <a:lvl2pPr marL="395802"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806716282"/>
      </p:ext>
    </p:extLst>
  </p:cSld>
  <p:clrMapOvr>
    <a:masterClrMapping/>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59" y="0"/>
            <a:ext cx="4066941"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868" y="1548000"/>
            <a:ext cx="7090154"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3870" y="504001"/>
            <a:ext cx="7090154" cy="430887"/>
          </a:xfrm>
        </p:spPr>
        <p:txBody>
          <a:bodyPr/>
          <a:lstStyle/>
          <a:p>
            <a:r>
              <a:rPr lang="en-US" noProof="0"/>
              <a:t>Insert page title (sentence case)</a:t>
            </a:r>
            <a:endParaRPr lang="en-US"/>
          </a:p>
        </p:txBody>
      </p:sp>
    </p:spTree>
    <p:extLst>
      <p:ext uri="{BB962C8B-B14F-4D97-AF65-F5344CB8AC3E}">
        <p14:creationId xmlns:p14="http://schemas.microsoft.com/office/powerpoint/2010/main" val="3766310254"/>
      </p:ext>
    </p:extLst>
  </p:cSld>
  <p:clrMapOvr>
    <a:masterClrMapping/>
  </p:clrMapOvr>
  <p:extLst>
    <p:ext uri="{DCECCB84-F9BA-43D5-87BE-67443E8EF086}">
      <p15:sldGuideLst xmlns:p15="http://schemas.microsoft.com/office/powerpoint/2012/main">
        <p15:guide id="1" pos="314">
          <p15:clr>
            <a:srgbClr val="FBAE40"/>
          </p15:clr>
        </p15:guide>
        <p15:guide id="2" orient="horz" pos="3991">
          <p15:clr>
            <a:srgbClr val="FBAE40"/>
          </p15:clr>
        </p15:guide>
        <p15:guide id="3" pos="4785">
          <p15:clr>
            <a:srgbClr val="FBAE40"/>
          </p15:clr>
        </p15:guide>
        <p15:guide id="4" pos="5110">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2000"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29761787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0820" y="1557338"/>
            <a:ext cx="5326613" cy="4788000"/>
          </a:xfrm>
          <a:noFill/>
        </p:spPr>
        <p:txBody>
          <a:bodyPr vert="horz" lIns="0" tIns="1512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3870" y="1548000"/>
            <a:ext cx="5326613"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1"/>
            <a:ext cx="11183564" cy="430887"/>
          </a:xfrm>
        </p:spPr>
        <p:txBody>
          <a:bodyPr/>
          <a:lstStyle/>
          <a:p>
            <a:r>
              <a:rPr lang="en-US" noProof="0"/>
              <a:t>Insert page title (sentence case)</a:t>
            </a:r>
            <a:endParaRPr lang="en-US"/>
          </a:p>
        </p:txBody>
      </p:sp>
    </p:spTree>
    <p:extLst>
      <p:ext uri="{BB962C8B-B14F-4D97-AF65-F5344CB8AC3E}">
        <p14:creationId xmlns:p14="http://schemas.microsoft.com/office/powerpoint/2010/main" val="1049374322"/>
      </p:ext>
    </p:extLst>
  </p:cSld>
  <p:clrMapOvr>
    <a:masterClrMapping/>
  </p:clrMapOvr>
  <p:extLst>
    <p:ext uri="{DCECCB84-F9BA-43D5-87BE-67443E8EF086}">
      <p15:sldGuideLst xmlns:p15="http://schemas.microsoft.com/office/powerpoint/2012/main">
        <p15:guide id="1" pos="314">
          <p15:clr>
            <a:srgbClr val="FBAE40"/>
          </p15:clr>
        </p15:guide>
        <p15:guide id="2" orient="horz" pos="972">
          <p15:clr>
            <a:srgbClr val="FBAE40"/>
          </p15:clr>
        </p15:guide>
        <p15:guide id="3" pos="3673">
          <p15:clr>
            <a:srgbClr val="FBAE40"/>
          </p15:clr>
        </p15:guide>
        <p15:guide id="4" pos="4007">
          <p15:clr>
            <a:srgbClr val="FBAE40"/>
          </p15:clr>
        </p15:guide>
        <p15:guide id="5" pos="7362">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48000"/>
            <a:ext cx="11182288" cy="4788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602165140"/>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2">
          <p15:clr>
            <a:srgbClr val="FBAE40"/>
          </p15:clr>
        </p15:guide>
        <p15:guide id="5" orient="horz" pos="3991">
          <p15:clr>
            <a:srgbClr val="FBAE40"/>
          </p15:clr>
        </p15:guide>
        <p15:guide id="6" pos="736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53383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mn-lt"/>
              </a:rPr>
              <a:t>© 2025 SAP SE or an SAP affiliate company. All rights reserved. See Legal Notice on </a:t>
            </a:r>
            <a:r>
              <a:rPr lang="en-US" sz="600" b="0" i="0" err="1">
                <a:latin typeface="+mn-lt"/>
              </a:rPr>
              <a:t>www.sap.com</a:t>
            </a:r>
            <a:r>
              <a:rPr lang="en-US" sz="600" b="0" i="0">
                <a:latin typeface="+mn-lt"/>
              </a:rPr>
              <a:t>/legal-notice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107" y="1543050"/>
            <a:ext cx="5412068" cy="846386"/>
          </a:xfrm>
        </p:spPr>
        <p:txBody>
          <a:bodyPr/>
          <a:lstStyle>
            <a:lvl1pPr>
              <a:defRPr sz="5498"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181818" y="5990000"/>
            <a:ext cx="3505490" cy="360000"/>
          </a:xfrm>
          <a:prstGeom prst="rect">
            <a:avLst/>
          </a:prstGeom>
        </p:spPr>
      </p:pic>
    </p:spTree>
    <p:extLst>
      <p:ext uri="{BB962C8B-B14F-4D97-AF65-F5344CB8AC3E}">
        <p14:creationId xmlns:p14="http://schemas.microsoft.com/office/powerpoint/2010/main" val="533378094"/>
      </p:ext>
    </p:extLst>
  </p:cSld>
  <p:clrMapOvr>
    <a:masterClrMapping/>
  </p:clrMapOvr>
  <p:hf sldNum="0" hdr="0" ftr="0" dt="0"/>
  <p:extLst>
    <p:ext uri="{DCECCB84-F9BA-43D5-87BE-67443E8EF086}">
      <p15:sldGuideLst xmlns:p15="http://schemas.microsoft.com/office/powerpoint/2012/main">
        <p15:guide id="1" pos="7362">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0">
          <p15:clr>
            <a:srgbClr val="FBAE40"/>
          </p15:clr>
        </p15:guide>
        <p15:guide id="9" orient="horz" pos="31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1" y="0"/>
            <a:ext cx="12192000" cy="6858000"/>
          </a:xfrm>
          <a:prstGeom prst="rect">
            <a:avLst/>
          </a:prstGeom>
          <a:solidFill>
            <a:schemeClr val="bg1"/>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7926" y="2706317"/>
            <a:ext cx="5439871" cy="997196"/>
          </a:xfrm>
        </p:spPr>
        <p:txBody>
          <a:bodyPr anchor="b" anchorCtr="0">
            <a:noAutofit/>
          </a:bodyPr>
          <a:lstStyle>
            <a:lvl1pPr>
              <a:lnSpc>
                <a:spcPct val="90000"/>
              </a:lnSpc>
              <a:defRPr sz="3598" b="0" i="0">
                <a:latin typeface="+mj-lt"/>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3782" y="0"/>
            <a:ext cx="6118219" cy="6858000"/>
          </a:xfrm>
        </p:spPr>
        <p:txBody>
          <a:bodyPr anchor="ctr" anchorCtr="0"/>
          <a:lstStyle>
            <a:lvl1pPr algn="ctr">
              <a:defRPr/>
            </a:lvl1pPr>
          </a:lstStyle>
          <a:p>
            <a:r>
              <a:rPr lang="en-US"/>
              <a:t>Click to insert picture</a:t>
            </a:r>
          </a:p>
        </p:txBody>
      </p:sp>
      <p:pic>
        <p:nvPicPr>
          <p:cNvPr id="1237551887" name="LogoBlue-Dynamic" descr="{&quot;templafy&quot;:{&quot;id&quot;:&quot;31fb104a-4bd2-4be1-990c-9956a246a6a6&quot;}}"/>
          <p:cNvPicPr>
            <a:picLocks noChangeAspect="1"/>
          </p:cNvPicPr>
          <p:nvPr/>
        </p:nvPicPr>
        <p:blipFill>
          <a:blip r:embed="rId2"/>
          <a:stretch>
            <a:fillRect/>
          </a:stretch>
        </p:blipFill>
        <p:spPr>
          <a:xfrm>
            <a:off x="287932" y="360000"/>
            <a:ext cx="727003" cy="360000"/>
          </a:xfrm>
          <a:prstGeom prst="rect">
            <a:avLst/>
          </a:prstGeom>
        </p:spPr>
      </p:pic>
      <p:sp>
        <p:nvSpPr>
          <p:cNvPr id="6" name="Classification-Dynamic" descr="{&quot;templafy&quot;:{&quot;id&quot;:&quot;dd500091-516e-4e09-935d-a8446760ab37&quot;}}">
            <a:extLst>
              <a:ext uri="{FF2B5EF4-FFF2-40B4-BE49-F238E27FC236}">
                <a16:creationId xmlns:a16="http://schemas.microsoft.com/office/drawing/2014/main" id="{870EB466-B92B-9D4D-974E-A49C0F424152}"/>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5357806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1" y="0"/>
            <a:ext cx="12192000" cy="6858000"/>
          </a:xfrm>
          <a:prstGeom prst="rect">
            <a:avLst/>
          </a:prstGeom>
          <a:solidFill>
            <a:srgbClr val="28004A"/>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8512" y="1216760"/>
            <a:ext cx="8885550" cy="4424483"/>
          </a:xfrm>
          <a:prstGeom prst="rect">
            <a:avLst/>
          </a:prstGeom>
        </p:spPr>
      </p:pic>
      <p:sp>
        <p:nvSpPr>
          <p:cNvPr id="4" name="Title"/>
          <p:cNvSpPr>
            <a:spLocks noGrp="1"/>
          </p:cNvSpPr>
          <p:nvPr>
            <p:ph type="title" hasCustomPrompt="1"/>
          </p:nvPr>
        </p:nvSpPr>
        <p:spPr>
          <a:xfrm>
            <a:off x="287925" y="2706317"/>
            <a:ext cx="10897962" cy="997196"/>
          </a:xfrm>
        </p:spPr>
        <p:txBody>
          <a:bodyPr>
            <a:noAutofit/>
          </a:bodyPr>
          <a:lstStyle>
            <a:lvl1pPr>
              <a:lnSpc>
                <a:spcPct val="90000"/>
              </a:lnSpc>
              <a:defRPr sz="3598" b="0" i="0">
                <a:solidFill>
                  <a:schemeClr val="bg1"/>
                </a:solidFill>
                <a:latin typeface="+mj-lt"/>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874853631" name="LogoWhite-Dynamic" descr="{&quot;templafy&quot;:{&quot;id&quot;:&quot;d4065cf0-3d7d-4421-8dd7-4a927a682008&quot;}}"/>
          <p:cNvPicPr>
            <a:picLocks noChangeAspect="1"/>
          </p:cNvPicPr>
          <p:nvPr/>
        </p:nvPicPr>
        <p:blipFill>
          <a:blip r:embed="rId3"/>
          <a:stretch>
            <a:fillRect/>
          </a:stretch>
        </p:blipFill>
        <p:spPr>
          <a:xfrm>
            <a:off x="287932" y="360000"/>
            <a:ext cx="727003" cy="360000"/>
          </a:xfrm>
          <a:prstGeom prst="rect">
            <a:avLst/>
          </a:prstGeom>
        </p:spPr>
      </p:pic>
      <p:sp>
        <p:nvSpPr>
          <p:cNvPr id="7" name="Classification-Dynamic" descr="{&quot;templafy&quot;:{&quot;id&quot;:&quot;79cac289-6949-46c4-afc6-3b10b6515444&quot;}}">
            <a:extLst>
              <a:ext uri="{FF2B5EF4-FFF2-40B4-BE49-F238E27FC236}">
                <a16:creationId xmlns:a16="http://schemas.microsoft.com/office/drawing/2014/main" id="{1D05DC80-84C9-9ECA-3B84-3577D8D8165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2910671814"/>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0411" y="0"/>
            <a:ext cx="5091591" cy="6858000"/>
          </a:xfrm>
          <a:prstGeom prst="rect">
            <a:avLst/>
          </a:prstGeom>
          <a:solidFill>
            <a:srgbClr val="FFC932"/>
          </a:solidFill>
          <a:ln w="25400" algn="ctr">
            <a:noFill/>
            <a:miter lim="800000"/>
            <a:headEnd/>
            <a:tailEnd/>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5657" y="250522"/>
            <a:ext cx="4536910"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2" y="0"/>
            <a:ext cx="7224419" cy="6858000"/>
          </a:xfrm>
          <a:prstGeom prst="rect">
            <a:avLst/>
          </a:prstGeom>
          <a:solidFill>
            <a:schemeClr val="accent1"/>
          </a:solidFill>
          <a:ln w="1342"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1025126167" name="LogoWhite-Dynamic" descr="{&quot;templafy&quot;:{&quot;id&quot;:&quot;a0696034-9670-4d7b-a80a-e5801256b450&quot;}}"/>
          <p:cNvPicPr>
            <a:picLocks noChangeAspect="1"/>
          </p:cNvPicPr>
          <p:nvPr/>
        </p:nvPicPr>
        <p:blipFill>
          <a:blip r:embed="rId4"/>
          <a:stretch>
            <a:fillRect/>
          </a:stretch>
        </p:blipFill>
        <p:spPr>
          <a:xfrm>
            <a:off x="287932" y="360000"/>
            <a:ext cx="727003" cy="360000"/>
          </a:xfrm>
          <a:prstGeom prst="rect">
            <a:avLst/>
          </a:prstGeom>
        </p:spPr>
      </p:pic>
      <p:sp>
        <p:nvSpPr>
          <p:cNvPr id="8" name="Classification-Dynamic" descr="{&quot;templafy&quot;:{&quot;id&quot;:&quot;efe1d89f-eade-44b0-a576-0c0f42301897&quot;}}">
            <a:extLst>
              <a:ext uri="{FF2B5EF4-FFF2-40B4-BE49-F238E27FC236}">
                <a16:creationId xmlns:a16="http://schemas.microsoft.com/office/drawing/2014/main" id="{F1333C1B-AD40-D53A-5A1E-EFB8C6390D4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pic>
        <p:nvPicPr>
          <p:cNvPr id="5" name="Picture 4">
            <a:extLst>
              <a:ext uri="{FF2B5EF4-FFF2-40B4-BE49-F238E27FC236}">
                <a16:creationId xmlns:a16="http://schemas.microsoft.com/office/drawing/2014/main" id="{F75B4DB5-6F82-52F7-7AD9-80874B011E33}"/>
              </a:ext>
              <a:ext uri="{C183D7F6-B498-43B3-948B-1728B52AA6E4}">
                <adec:decorative xmlns:adec="http://schemas.microsoft.com/office/drawing/2017/decorative" val="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flipH="1">
            <a:off x="4663608" y="1129553"/>
            <a:ext cx="6884669" cy="5728447"/>
          </a:xfrm>
          <a:prstGeom prst="rect">
            <a:avLst/>
          </a:prstGeom>
        </p:spPr>
      </p:pic>
      <p:sp>
        <p:nvSpPr>
          <p:cNvPr id="4" name="Title"/>
          <p:cNvSpPr>
            <a:spLocks noGrp="1"/>
          </p:cNvSpPr>
          <p:nvPr>
            <p:ph type="title" hasCustomPrompt="1"/>
          </p:nvPr>
        </p:nvSpPr>
        <p:spPr>
          <a:xfrm>
            <a:off x="287927" y="2706317"/>
            <a:ext cx="6631578" cy="997196"/>
          </a:xfrm>
        </p:spPr>
        <p:txBody>
          <a:bodyPr anchor="b" anchorCtr="0">
            <a:noAutofit/>
          </a:bodyPr>
          <a:lstStyle>
            <a:lvl1pPr>
              <a:lnSpc>
                <a:spcPct val="90000"/>
              </a:lnSpc>
              <a:defRPr sz="3598" b="0" i="0">
                <a:solidFill>
                  <a:schemeClr val="bg1"/>
                </a:solidFill>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spTree>
    <p:extLst>
      <p:ext uri="{BB962C8B-B14F-4D97-AF65-F5344CB8AC3E}">
        <p14:creationId xmlns:p14="http://schemas.microsoft.com/office/powerpoint/2010/main" val="3226073432"/>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1" y="0"/>
            <a:ext cx="12192000" cy="6858000"/>
          </a:xfrm>
          <a:prstGeom prst="rect">
            <a:avLst/>
          </a:prstGeom>
          <a:solidFill>
            <a:srgbClr val="97DD40"/>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7926" y="2706317"/>
            <a:ext cx="5528264" cy="997196"/>
          </a:xfrm>
        </p:spPr>
        <p:txBody>
          <a:bodyPr anchor="b" anchorCtr="0">
            <a:noAutofit/>
          </a:bodyPr>
          <a:lstStyle>
            <a:lvl1pPr>
              <a:lnSpc>
                <a:spcPct val="90000"/>
              </a:lnSpc>
              <a:defRPr sz="3598"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7917" y="2029240"/>
            <a:ext cx="5710200"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a:t>         Click to add image</a:t>
            </a:r>
          </a:p>
        </p:txBody>
      </p:sp>
      <p:sp>
        <p:nvSpPr>
          <p:cNvPr id="4" name="Classification-Dynamic" descr="{&quot;templafy&quot;:{&quot;id&quot;:&quot;15a0c36e-cfcd-42f4-8d96-f48f504a4dda&quot;}}">
            <a:extLst>
              <a:ext uri="{FF2B5EF4-FFF2-40B4-BE49-F238E27FC236}">
                <a16:creationId xmlns:a16="http://schemas.microsoft.com/office/drawing/2014/main" id="{13EDB9F6-FBDA-8ED8-A84B-244CC53CFF9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pic>
        <p:nvPicPr>
          <p:cNvPr id="569494402" name="LogoBlack-Dynamic" descr="{&quot;templafy&quot;:{&quot;id&quot;:&quot;f018ab10-9877-4c1a-903d-8e20a0516ebf&quot;}}"/>
          <p:cNvPicPr>
            <a:picLocks noChangeAspect="1"/>
          </p:cNvPicPr>
          <p:nvPr/>
        </p:nvPicPr>
        <p:blipFill>
          <a:blip r:embed="rId2"/>
          <a:stretch>
            <a:fillRect/>
          </a:stretch>
        </p:blipFill>
        <p:spPr>
          <a:xfrm>
            <a:off x="287932" y="360000"/>
            <a:ext cx="727003" cy="360000"/>
          </a:xfrm>
          <a:prstGeom prst="rect">
            <a:avLst/>
          </a:prstGeom>
        </p:spPr>
      </p:pic>
    </p:spTree>
    <p:extLst>
      <p:ext uri="{BB962C8B-B14F-4D97-AF65-F5344CB8AC3E}">
        <p14:creationId xmlns:p14="http://schemas.microsoft.com/office/powerpoint/2010/main" val="3424009773"/>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1" y="0"/>
            <a:ext cx="12192000" cy="6858000"/>
          </a:xfrm>
          <a:prstGeom prst="rect">
            <a:avLst/>
          </a:prstGeom>
          <a:solidFill>
            <a:schemeClr val="bg1"/>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Title"/>
          <p:cNvSpPr>
            <a:spLocks noGrp="1"/>
          </p:cNvSpPr>
          <p:nvPr>
            <p:ph type="title" hasCustomPrompt="1"/>
          </p:nvPr>
        </p:nvSpPr>
        <p:spPr>
          <a:xfrm>
            <a:off x="287925" y="4024430"/>
            <a:ext cx="10896336" cy="997196"/>
          </a:xfrm>
        </p:spPr>
        <p:txBody>
          <a:bodyPr vert="horz" wrap="square" lIns="0" tIns="0" rIns="0" bIns="0" rtlCol="0">
            <a:noAutofit/>
          </a:bodyPr>
          <a:lstStyle>
            <a:lvl1pPr>
              <a:lnSpc>
                <a:spcPct val="90000"/>
              </a:lnSpc>
              <a:defRPr lang="de-DE" sz="3598"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1" y="-1"/>
            <a:ext cx="12192000" cy="3430800"/>
          </a:xfrm>
        </p:spPr>
        <p:txBody>
          <a:bodyPr anchor="ctr" anchorCtr="0"/>
          <a:lstStyle>
            <a:lvl1pPr marL="0" marR="0" indent="0" algn="ctr" defTabSz="1087905" rtl="0" eaLnBrk="1" fontAlgn="auto" latinLnBrk="0" hangingPunct="1">
              <a:lnSpc>
                <a:spcPct val="100000"/>
              </a:lnSpc>
              <a:spcBef>
                <a:spcPts val="1798"/>
              </a:spcBef>
              <a:spcAft>
                <a:spcPts val="0"/>
              </a:spcAft>
              <a:buClr>
                <a:schemeClr val="accent1"/>
              </a:buClr>
              <a:buSzPct val="80000"/>
              <a:buFontTx/>
              <a:buNone/>
              <a:tabLst/>
              <a:defRPr/>
            </a:lvl1pPr>
          </a:lstStyle>
          <a:p>
            <a:pPr marL="0" marR="0" lvl="0" indent="0" algn="ctr" defTabSz="1087905" rtl="0" eaLnBrk="1" fontAlgn="auto" latinLnBrk="0" hangingPunct="1">
              <a:lnSpc>
                <a:spcPct val="100000"/>
              </a:lnSpc>
              <a:spcBef>
                <a:spcPts val="1798"/>
              </a:spcBef>
              <a:spcAft>
                <a:spcPts val="0"/>
              </a:spcAft>
              <a:buClr>
                <a:schemeClr val="accent1"/>
              </a:buClr>
              <a:buSzPct val="80000"/>
              <a:buFontTx/>
              <a:buNone/>
              <a:tabLst/>
              <a:defRPr/>
            </a:pPr>
            <a:r>
              <a:rPr lang="en-US"/>
              <a:t>Click to insert picture</a:t>
            </a:r>
          </a:p>
        </p:txBody>
      </p:sp>
      <p:pic>
        <p:nvPicPr>
          <p:cNvPr id="2136983403" name="LogoBlue-Dynamic" descr="{&quot;templafy&quot;:{&quot;id&quot;:&quot;b86c6774-bfb5-42ce-af29-ad7c8e956cc6&quot;}}"/>
          <p:cNvPicPr>
            <a:picLocks noChangeAspect="1"/>
          </p:cNvPicPr>
          <p:nvPr/>
        </p:nvPicPr>
        <p:blipFill>
          <a:blip r:embed="rId2"/>
          <a:stretch>
            <a:fillRect/>
          </a:stretch>
        </p:blipFill>
        <p:spPr>
          <a:xfrm>
            <a:off x="287932" y="6218600"/>
            <a:ext cx="727003" cy="360000"/>
          </a:xfrm>
          <a:prstGeom prst="rect">
            <a:avLst/>
          </a:prstGeom>
        </p:spPr>
      </p:pic>
      <p:sp>
        <p:nvSpPr>
          <p:cNvPr id="9" name="Classification-Dynamic" descr="{&quot;templafy&quot;:{&quot;id&quot;:&quot;a4489086-5ad1-4eb9-8912-a3dfda15f59c&quot;}}">
            <a:extLst>
              <a:ext uri="{FF2B5EF4-FFF2-40B4-BE49-F238E27FC236}">
                <a16:creationId xmlns:a16="http://schemas.microsoft.com/office/drawing/2014/main" id="{CE0C2033-6FDF-7DD6-E25C-C03296FDAD00}"/>
              </a:ext>
            </a:extLst>
          </p:cNvPr>
          <p:cNvSpPr txBox="1"/>
          <p:nvPr userDrawn="1"/>
        </p:nvSpPr>
        <p:spPr>
          <a:xfrm>
            <a:off x="282501" y="5724000"/>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15490009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3">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1" y="0"/>
            <a:ext cx="12192000" cy="6858000"/>
          </a:xfrm>
          <a:prstGeom prst="rect">
            <a:avLst/>
          </a:prstGeom>
          <a:solidFill>
            <a:schemeClr val="bg1"/>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1123" y="1275476"/>
            <a:ext cx="606776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sz="2098" b="0" i="0">
              <a:latin typeface="72 Brand" panose="020B0504030603020204" pitchFamily="34" charset="0"/>
            </a:endParaRPr>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6" y="2706317"/>
            <a:ext cx="6025170" cy="997196"/>
          </a:xfrm>
        </p:spPr>
        <p:txBody>
          <a:bodyPr>
            <a:noAutofit/>
          </a:bodyPr>
          <a:lstStyle>
            <a:lvl1pPr>
              <a:lnSpc>
                <a:spcPct val="90000"/>
              </a:lnSpc>
              <a:defRPr sz="3598"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542398661" name="LogoBlue-Dynamic" descr="{&quot;templafy&quot;:{&quot;id&quot;:&quot;77d39480-6bb2-4f9e-b166-58e397c730ef&quot;}}"/>
          <p:cNvPicPr>
            <a:picLocks noChangeAspect="1"/>
          </p:cNvPicPr>
          <p:nvPr/>
        </p:nvPicPr>
        <p:blipFill>
          <a:blip r:embed="rId2"/>
          <a:stretch>
            <a:fillRect/>
          </a:stretch>
        </p:blipFill>
        <p:spPr>
          <a:xfrm>
            <a:off x="287932" y="360000"/>
            <a:ext cx="727003" cy="360000"/>
          </a:xfrm>
          <a:prstGeom prst="rect">
            <a:avLst/>
          </a:prstGeom>
        </p:spPr>
      </p:pic>
      <p:sp>
        <p:nvSpPr>
          <p:cNvPr id="11" name="Classification-Dynamic" descr="{&quot;templafy&quot;:{&quot;id&quot;:&quot;c215a143-e24c-42fe-8717-bcd7348f576e&quot;}}">
            <a:extLst>
              <a:ext uri="{FF2B5EF4-FFF2-40B4-BE49-F238E27FC236}">
                <a16:creationId xmlns:a16="http://schemas.microsoft.com/office/drawing/2014/main" id="{62D91ACB-BD14-46CB-4B61-F4B072D877C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11087703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Pr>
        <a:solidFill>
          <a:srgbClr val="EBF8FF">
            <a:alpha val="34902"/>
          </a:srgbClr>
        </a:solidFill>
        <a:effectLst/>
      </p:bgPr>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1" y="0"/>
            <a:ext cx="12192000" cy="6858000"/>
          </a:xfrm>
          <a:prstGeom prst="rect">
            <a:avLst/>
          </a:prstGeom>
          <a:solidFill>
            <a:srgbClr val="EBF8FF">
              <a:alpha val="42715"/>
            </a:srgbClr>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7925" y="2706317"/>
            <a:ext cx="5928376" cy="997196"/>
          </a:xfrm>
        </p:spPr>
        <p:txBody>
          <a:bodyPr>
            <a:noAutofit/>
          </a:bodyPr>
          <a:lstStyle>
            <a:lvl1pPr>
              <a:lnSpc>
                <a:spcPct val="90000"/>
              </a:lnSpc>
              <a:defRPr sz="3598"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736947158" name="LogoBlack-Dynamic" descr="{&quot;templafy&quot;:{&quot;id&quot;:&quot;c55a38a9-de1b-495a-8b58-131e1d52fd54&quot;}}"/>
          <p:cNvPicPr>
            <a:picLocks noChangeAspect="1"/>
          </p:cNvPicPr>
          <p:nvPr/>
        </p:nvPicPr>
        <p:blipFill>
          <a:blip r:embed="rId2"/>
          <a:stretch>
            <a:fillRect/>
          </a:stretch>
        </p:blipFill>
        <p:spPr>
          <a:xfrm>
            <a:off x="287932" y="360000"/>
            <a:ext cx="727003" cy="360000"/>
          </a:xfrm>
          <a:prstGeom prst="rect">
            <a:avLst/>
          </a:prstGeom>
        </p:spPr>
      </p:pic>
    </p:spTree>
    <p:extLst>
      <p:ext uri="{BB962C8B-B14F-4D97-AF65-F5344CB8AC3E}">
        <p14:creationId xmlns:p14="http://schemas.microsoft.com/office/powerpoint/2010/main" val="42440161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1"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sz="2098" b="0" i="0">
              <a:latin typeface="72 Brand" panose="020B0504030603020204" pitchFamily="34" charset="0"/>
            </a:endParaRPr>
          </a:p>
        </p:txBody>
      </p:sp>
      <p:sp>
        <p:nvSpPr>
          <p:cNvPr id="5" name="Anvil" descr="preencoded.png">
            <a:extLst>
              <a:ext uri="{FF2B5EF4-FFF2-40B4-BE49-F238E27FC236}">
                <a16:creationId xmlns:a16="http://schemas.microsoft.com/office/drawing/2014/main" id="{2384FC7E-529D-ABDF-A914-031C308F2C30}"/>
              </a:ext>
            </a:extLst>
          </p:cNvPr>
          <p:cNvSpPr/>
          <p:nvPr userDrawn="1"/>
        </p:nvSpPr>
        <p:spPr>
          <a:xfrm>
            <a:off x="780172" y="1275478"/>
            <a:ext cx="7981723" cy="3935411"/>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002A86"/>
          </a:solidFill>
          <a:ln w="15238" cap="flat">
            <a:noFill/>
            <a:prstDash val="solid"/>
            <a:miter/>
          </a:ln>
        </p:spPr>
        <p:txBody>
          <a:bodyPr rtlCol="0" anchor="ctr"/>
          <a:lstStyle/>
          <a:p>
            <a:endParaRPr lang="en-US" sz="2098" b="0" i="0">
              <a:latin typeface="72 Brand" panose="020B0504030603020204" pitchFamily="34" charset="0"/>
            </a:endParaRPr>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7927" y="2706317"/>
            <a:ext cx="6874803" cy="997196"/>
          </a:xfrm>
        </p:spPr>
        <p:txBody>
          <a:bodyPr>
            <a:noAutofit/>
          </a:bodyPr>
          <a:lstStyle>
            <a:lvl1pPr>
              <a:lnSpc>
                <a:spcPct val="90000"/>
              </a:lnSpc>
              <a:defRPr sz="3598" b="0" i="0">
                <a:solidFill>
                  <a:schemeClr val="bg1"/>
                </a:solidFill>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1322620398" name="LogoWhite-Dynamic" descr="{&quot;templafy&quot;:{&quot;id&quot;:&quot;57053213-140f-42e4-b279-3aff034a8e0b&quot;}}"/>
          <p:cNvPicPr>
            <a:picLocks noChangeAspect="1"/>
          </p:cNvPicPr>
          <p:nvPr/>
        </p:nvPicPr>
        <p:blipFill>
          <a:blip r:embed="rId2"/>
          <a:stretch>
            <a:fillRect/>
          </a:stretch>
        </p:blipFill>
        <p:spPr>
          <a:xfrm>
            <a:off x="287932" y="360000"/>
            <a:ext cx="727003" cy="360000"/>
          </a:xfrm>
          <a:prstGeom prst="rect">
            <a:avLst/>
          </a:prstGeom>
        </p:spPr>
      </p:pic>
      <p:sp>
        <p:nvSpPr>
          <p:cNvPr id="3" name="Classification-Dynamic" descr="{&quot;templafy&quot;:{&quot;id&quot;:&quot;d79d039e-49b3-4324-b9e4-2a15bf644364&quot;}}">
            <a:extLst>
              <a:ext uri="{FF2B5EF4-FFF2-40B4-BE49-F238E27FC236}">
                <a16:creationId xmlns:a16="http://schemas.microsoft.com/office/drawing/2014/main" id="{D67AB148-356D-F356-4E6C-9664D9EB9DF3}"/>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82054186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1"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sz="2098" b="0" i="0">
              <a:latin typeface="72 Brand" panose="020B0504030603020204" pitchFamily="34" charset="0"/>
            </a:endParaRPr>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1503215" y="989323"/>
            <a:ext cx="9185575"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sz="2098" b="0" i="0">
              <a:latin typeface="72 Brand" panose="020B0504030603020204" pitchFamily="34" charset="0"/>
            </a:endParaRPr>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7925" y="2706317"/>
            <a:ext cx="5928376" cy="997196"/>
          </a:xfrm>
        </p:spPr>
        <p:txBody>
          <a:bodyPr>
            <a:noAutofit/>
          </a:bodyPr>
          <a:lstStyle>
            <a:lvl1pPr>
              <a:lnSpc>
                <a:spcPct val="90000"/>
              </a:lnSpc>
              <a:defRPr sz="3598"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352421156" name="LogoBlack-Dynamic" descr="{&quot;templafy&quot;:{&quot;id&quot;:&quot;65841d7c-a25a-482e-8a0b-399fe2060e85&quot;}}"/>
          <p:cNvPicPr>
            <a:picLocks noChangeAspect="1"/>
          </p:cNvPicPr>
          <p:nvPr/>
        </p:nvPicPr>
        <p:blipFill>
          <a:blip r:embed="rId2"/>
          <a:stretch>
            <a:fillRect/>
          </a:stretch>
        </p:blipFill>
        <p:spPr>
          <a:xfrm>
            <a:off x="287932" y="360000"/>
            <a:ext cx="727003" cy="360000"/>
          </a:xfrm>
          <a:prstGeom prst="rect">
            <a:avLst/>
          </a:prstGeom>
        </p:spPr>
      </p:pic>
      <p:sp>
        <p:nvSpPr>
          <p:cNvPr id="3" name="Classification-Dynamic" descr="{&quot;templafy&quot;:{&quot;id&quot;:&quot;9a099f80-0352-4bc9-9d82-a824546006f3&quot;}}">
            <a:extLst>
              <a:ext uri="{FF2B5EF4-FFF2-40B4-BE49-F238E27FC236}">
                <a16:creationId xmlns:a16="http://schemas.microsoft.com/office/drawing/2014/main" id="{BBFBBDC3-D031-6041-465D-9F7147F423CF}"/>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174256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1" y="0"/>
            <a:ext cx="12192000" cy="6858000"/>
          </a:xfrm>
          <a:prstGeom prst="rect">
            <a:avLst/>
          </a:prstGeom>
          <a:solidFill>
            <a:schemeClr val="bg1"/>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7111" y="0"/>
            <a:ext cx="6084890" cy="6858000"/>
          </a:xfrm>
        </p:spPr>
        <p:txBody>
          <a:bodyPr anchor="ctr" anchorCtr="0"/>
          <a:lstStyle>
            <a:lvl1pPr algn="ctr">
              <a:defRPr/>
            </a:lvl1pPr>
          </a:lstStyle>
          <a:p>
            <a:r>
              <a:rPr lang="en-US"/>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01" y="2141327"/>
            <a:ext cx="4124850"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6" y="2706317"/>
            <a:ext cx="6025170" cy="997196"/>
          </a:xfrm>
        </p:spPr>
        <p:txBody>
          <a:bodyPr>
            <a:noAutofit/>
          </a:bodyPr>
          <a:lstStyle>
            <a:lvl1pPr>
              <a:lnSpc>
                <a:spcPct val="90000"/>
              </a:lnSpc>
              <a:defRPr sz="3598"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1023284910" name="LogoBlue-Dynamic" descr="{&quot;templafy&quot;:{&quot;id&quot;:&quot;290322f9-1797-4b4d-8043-942607235499&quot;}}"/>
          <p:cNvPicPr>
            <a:picLocks noChangeAspect="1"/>
          </p:cNvPicPr>
          <p:nvPr/>
        </p:nvPicPr>
        <p:blipFill>
          <a:blip r:embed="rId3"/>
          <a:stretch>
            <a:fillRect/>
          </a:stretch>
        </p:blipFill>
        <p:spPr>
          <a:xfrm>
            <a:off x="287932" y="360000"/>
            <a:ext cx="727003" cy="360000"/>
          </a:xfrm>
          <a:prstGeom prst="rect">
            <a:avLst/>
          </a:prstGeom>
        </p:spPr>
      </p:pic>
      <p:sp>
        <p:nvSpPr>
          <p:cNvPr id="3" name="Classification-Dynamic" descr="{&quot;templafy&quot;:{&quot;id&quot;:&quot;74f902db-19ce-473e-a6ef-bfcbbe21a93e&quot;}}">
            <a:extLst>
              <a:ext uri="{FF2B5EF4-FFF2-40B4-BE49-F238E27FC236}">
                <a16:creationId xmlns:a16="http://schemas.microsoft.com/office/drawing/2014/main" id="{4A078429-99DD-7555-B0F4-FEF46FD297B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14359512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1" y="4"/>
            <a:ext cx="12192000"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sz="2098" b="0" i="0">
              <a:latin typeface="72 Brand" panose="020B0504030603020204" pitchFamily="34" charset="0"/>
            </a:endParaRPr>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159" y="1156532"/>
            <a:ext cx="5612260"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sz="2098" b="0" i="0">
              <a:latin typeface="72 Brand" panose="020B0504030603020204" pitchFamily="34" charset="0"/>
            </a:endParaRPr>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4023" y="0"/>
            <a:ext cx="4357979"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263" y="2051754"/>
            <a:ext cx="5528264" cy="997196"/>
          </a:xfrm>
        </p:spPr>
        <p:txBody>
          <a:bodyPr anchor="ctr" anchorCtr="0">
            <a:noAutofit/>
          </a:bodyPr>
          <a:lstStyle>
            <a:lvl1pPr>
              <a:lnSpc>
                <a:spcPct val="90000"/>
              </a:lnSpc>
              <a:defRPr sz="3598"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598" kern="0" err="1">
              <a:ea typeface="72 Brand" pitchFamily="34" charset="-128"/>
              <a:cs typeface="72 Brand" pitchFamily="34" charset="-128"/>
            </a:endParaRPr>
          </a:p>
        </p:txBody>
      </p:sp>
      <p:pic>
        <p:nvPicPr>
          <p:cNvPr id="421219822" name="LogoWhite-Dynamic" descr="{&quot;templafy&quot;:{&quot;id&quot;:&quot;819aee73-a0a2-4380-a436-a557525fa29d&quot;}}"/>
          <p:cNvPicPr>
            <a:picLocks noChangeAspect="1"/>
          </p:cNvPicPr>
          <p:nvPr/>
        </p:nvPicPr>
        <p:blipFill>
          <a:blip r:embed="rId2"/>
          <a:stretch>
            <a:fillRect/>
          </a:stretch>
        </p:blipFill>
        <p:spPr>
          <a:xfrm>
            <a:off x="287932" y="360000"/>
            <a:ext cx="727003" cy="360000"/>
          </a:xfrm>
          <a:prstGeom prst="rect">
            <a:avLst/>
          </a:prstGeom>
        </p:spPr>
      </p:pic>
      <p:sp>
        <p:nvSpPr>
          <p:cNvPr id="5" name="Classification-Dynamic" descr="{&quot;templafy&quot;:{&quot;id&quot;:&quot;281de79b-cce6-4308-a6d3-2c16a47ae934&quot;}}">
            <a:extLst>
              <a:ext uri="{FF2B5EF4-FFF2-40B4-BE49-F238E27FC236}">
                <a16:creationId xmlns:a16="http://schemas.microsoft.com/office/drawing/2014/main" id="{7A6CB977-D711-D436-9DC2-AAFCC56F9CAA}"/>
              </a:ext>
            </a:extLst>
          </p:cNvPr>
          <p:cNvSpPr txBox="1"/>
          <p:nvPr userDrawn="1"/>
        </p:nvSpPr>
        <p:spPr>
          <a:xfrm>
            <a:off x="440286"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24954201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5">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3869" y="505383"/>
            <a:ext cx="11183564" cy="430759"/>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3871" y="1548000"/>
            <a:ext cx="11183565" cy="4787900"/>
          </a:xfrm>
        </p:spPr>
        <p:txBody>
          <a:bodyPr/>
          <a:lstStyle>
            <a:lvl1pPr>
              <a:defRPr/>
            </a:lvl1pPr>
          </a:lstStyle>
          <a:p>
            <a:pPr lvl="0"/>
            <a:r>
              <a:rPr lang="en-US"/>
              <a:t>Agenda Item/Divider Headline</a:t>
            </a:r>
          </a:p>
          <a:p>
            <a:pPr lvl="1"/>
            <a:r>
              <a:rPr lang="en-US"/>
              <a:t>Details</a:t>
            </a:r>
          </a:p>
        </p:txBody>
      </p:sp>
    </p:spTree>
    <p:extLst>
      <p:ext uri="{BB962C8B-B14F-4D97-AF65-F5344CB8AC3E}">
        <p14:creationId xmlns:p14="http://schemas.microsoft.com/office/powerpoint/2010/main" val="1091661852"/>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2">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3090446"/>
            <a:ext cx="11182288" cy="677108"/>
          </a:xfrm>
        </p:spPr>
        <p:txBody>
          <a:bodyPr anchor="ctr" anchorCtr="0">
            <a:noAutofit/>
          </a:bodyPr>
          <a:lstStyle>
            <a:lvl1pPr>
              <a:defRPr sz="4398"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1231904792"/>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2" y="3427200"/>
            <a:ext cx="12192000" cy="3430800"/>
          </a:xfrm>
          <a:noFill/>
        </p:spPr>
        <p:txBody>
          <a:bodyPr tIns="324000"/>
          <a:lstStyle>
            <a:lvl1pPr marL="0" marR="0" indent="0" algn="ctr" defTabSz="1087905"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7905"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398"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402393331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2">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398"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9984052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2">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81838190"/>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2">
          <p15:clr>
            <a:srgbClr val="FBAE40"/>
          </p15:clr>
        </p15:guide>
        <p15:guide id="4" orient="horz" pos="551">
          <p15:clr>
            <a:srgbClr val="FBAE40"/>
          </p15:clr>
        </p15:guide>
        <p15:guide id="5" orient="horz" pos="399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71" y="1548000"/>
            <a:ext cx="11183565"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69" y="504003"/>
            <a:ext cx="11183564" cy="430759"/>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907724714"/>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2">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1" y="1548000"/>
            <a:ext cx="5326613"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70" y="1548000"/>
            <a:ext cx="5326613"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3"/>
            <a:ext cx="11183564" cy="430759"/>
          </a:xfrm>
        </p:spPr>
        <p:txBody>
          <a:bodyPr/>
          <a:lstStyle/>
          <a:p>
            <a:r>
              <a:rPr lang="en-US" noProof="0"/>
              <a:t>Insert page title (sentence case)</a:t>
            </a:r>
            <a:endParaRPr lang="en-US"/>
          </a:p>
        </p:txBody>
      </p:sp>
    </p:spTree>
    <p:extLst>
      <p:ext uri="{BB962C8B-B14F-4D97-AF65-F5344CB8AC3E}">
        <p14:creationId xmlns:p14="http://schemas.microsoft.com/office/powerpoint/2010/main" val="3667521850"/>
      </p:ext>
    </p:extLst>
  </p:cSld>
  <p:clrMapOvr>
    <a:masterClrMapping/>
  </p:clrMapOvr>
  <p:extLst>
    <p:ext uri="{DCECCB84-F9BA-43D5-87BE-67443E8EF086}">
      <p15:sldGuideLst xmlns:p15="http://schemas.microsoft.com/office/powerpoint/2012/main">
        <p15:guide id="1" pos="314">
          <p15:clr>
            <a:srgbClr val="FBAE40"/>
          </p15:clr>
        </p15:guide>
        <p15:guide id="2" orient="horz" pos="3997">
          <p15:clr>
            <a:srgbClr val="FBAE40"/>
          </p15:clr>
        </p15:guide>
        <p15:guide id="3" pos="7362">
          <p15:clr>
            <a:srgbClr val="FBAE40"/>
          </p15:clr>
        </p15:guide>
        <p15:guide id="4" pos="3673">
          <p15:clr>
            <a:srgbClr val="FBAE40"/>
          </p15:clr>
        </p15:guide>
        <p15:guide id="5" pos="4006">
          <p15:clr>
            <a:srgbClr val="FBAE40"/>
          </p15:clr>
        </p15:guide>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4361"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4115"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69"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3870" y="504003"/>
            <a:ext cx="11183564" cy="430759"/>
          </a:xfrm>
        </p:spPr>
        <p:txBody>
          <a:bodyPr/>
          <a:lstStyle/>
          <a:p>
            <a:r>
              <a:rPr lang="en-US" noProof="0"/>
              <a:t>Insert page title (sentence case)</a:t>
            </a:r>
            <a:endParaRPr lang="en-US"/>
          </a:p>
        </p:txBody>
      </p:sp>
    </p:spTree>
    <p:extLst>
      <p:ext uri="{BB962C8B-B14F-4D97-AF65-F5344CB8AC3E}">
        <p14:creationId xmlns:p14="http://schemas.microsoft.com/office/powerpoint/2010/main" val="3205383599"/>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2">
          <p15:clr>
            <a:srgbClr val="FBAE40"/>
          </p15:clr>
        </p15:guide>
        <p15:guide id="4" pos="2716">
          <p15:clr>
            <a:srgbClr val="FBAE40"/>
          </p15:clr>
        </p15:guide>
        <p15:guide id="5" pos="4963">
          <p15:clr>
            <a:srgbClr val="FBAE40"/>
          </p15:clr>
        </p15:guide>
        <p15:guide id="6" pos="5118">
          <p15:clr>
            <a:srgbClr val="FBAE40"/>
          </p15:clr>
        </p15:guide>
        <p15:guide id="7" pos="7362">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0821" y="4770000"/>
            <a:ext cx="5326613" cy="1575238"/>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0821" y="1548005"/>
            <a:ext cx="5326613" cy="279259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3870" y="4770000"/>
            <a:ext cx="5326613" cy="1575238"/>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3870" y="1548005"/>
            <a:ext cx="5326613" cy="279259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3"/>
            <a:ext cx="11183564" cy="430759"/>
          </a:xfrm>
        </p:spPr>
        <p:txBody>
          <a:bodyPr/>
          <a:lstStyle/>
          <a:p>
            <a:r>
              <a:rPr lang="en-US" noProof="0"/>
              <a:t>Insert page title (sentence case)</a:t>
            </a:r>
            <a:endParaRPr lang="en-US"/>
          </a:p>
        </p:txBody>
      </p:sp>
    </p:spTree>
    <p:extLst>
      <p:ext uri="{BB962C8B-B14F-4D97-AF65-F5344CB8AC3E}">
        <p14:creationId xmlns:p14="http://schemas.microsoft.com/office/powerpoint/2010/main" val="2243434115"/>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1">
          <p15:clr>
            <a:srgbClr val="FBAE40"/>
          </p15:clr>
        </p15:guide>
        <p15:guide id="9" pos="3999">
          <p15:clr>
            <a:srgbClr val="FBAE40"/>
          </p15:clr>
        </p15:guide>
        <p15:guide id="10" pos="736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7117" y="4354926"/>
            <a:ext cx="3390317" cy="1981079"/>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7117" y="1548000"/>
            <a:ext cx="3390317" cy="2294662"/>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0494" y="4354926"/>
            <a:ext cx="3390317" cy="1981079"/>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0494" y="1548000"/>
            <a:ext cx="3390317" cy="2294662"/>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3870" y="4354926"/>
            <a:ext cx="3390317" cy="1981079"/>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3870" y="1548000"/>
            <a:ext cx="3390317" cy="2294662"/>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3"/>
            <a:ext cx="11183564" cy="430759"/>
          </a:xfrm>
        </p:spPr>
        <p:txBody>
          <a:bodyPr/>
          <a:lstStyle/>
          <a:p>
            <a:r>
              <a:rPr lang="en-US" noProof="0"/>
              <a:t>Insert page title (sentence case)</a:t>
            </a:r>
            <a:endParaRPr lang="en-US"/>
          </a:p>
        </p:txBody>
      </p:sp>
    </p:spTree>
    <p:extLst>
      <p:ext uri="{BB962C8B-B14F-4D97-AF65-F5344CB8AC3E}">
        <p14:creationId xmlns:p14="http://schemas.microsoft.com/office/powerpoint/2010/main" val="3163896271"/>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4">
          <p15:clr>
            <a:srgbClr val="FBAE40"/>
          </p15:clr>
        </p15:guide>
        <p15:guide id="4" pos="2772">
          <p15:clr>
            <a:srgbClr val="FBAE40"/>
          </p15:clr>
        </p15:guide>
        <p15:guide id="5" pos="4909">
          <p15:clr>
            <a:srgbClr val="FBAE40"/>
          </p15:clr>
        </p15:guide>
        <p15:guide id="6" pos="5226">
          <p15:clr>
            <a:srgbClr val="FBAE40"/>
          </p15:clr>
        </p15:guide>
        <p15:guide id="7" pos="7362">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2463" y="3877200"/>
            <a:ext cx="2414971" cy="2457780"/>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2463" y="1548005"/>
            <a:ext cx="2414971" cy="187166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49600" y="3877200"/>
            <a:ext cx="2414971" cy="2457780"/>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49600" y="1548005"/>
            <a:ext cx="2414971" cy="187166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6735" y="3877200"/>
            <a:ext cx="2414971" cy="2457780"/>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6735" y="1548005"/>
            <a:ext cx="2414971" cy="187166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870" y="3877200"/>
            <a:ext cx="2414971" cy="2457780"/>
          </a:xfrm>
        </p:spPr>
        <p:txBody>
          <a:bodyPr/>
          <a:lstStyle>
            <a:lvl1pPr>
              <a:spcBef>
                <a:spcPts val="600"/>
              </a:spcBef>
              <a:defRPr sz="1798"/>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870" y="1548005"/>
            <a:ext cx="2414971" cy="1871663"/>
          </a:xfrm>
          <a:noFill/>
        </p:spPr>
        <p:txBody>
          <a:bodyPr vert="horz" lIns="0" tIns="180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3"/>
            <a:ext cx="11183564" cy="430759"/>
          </a:xfrm>
        </p:spPr>
        <p:txBody>
          <a:bodyPr/>
          <a:lstStyle/>
          <a:p>
            <a:r>
              <a:rPr lang="en-US" noProof="0"/>
              <a:t>Insert page title (sentence case)</a:t>
            </a:r>
            <a:endParaRPr lang="en-US"/>
          </a:p>
        </p:txBody>
      </p:sp>
    </p:spTree>
    <p:extLst>
      <p:ext uri="{BB962C8B-B14F-4D97-AF65-F5344CB8AC3E}">
        <p14:creationId xmlns:p14="http://schemas.microsoft.com/office/powerpoint/2010/main" val="1384479043"/>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8">
          <p15:clr>
            <a:srgbClr val="FBAE40"/>
          </p15:clr>
        </p15:guide>
        <p15:guide id="10" pos="3682">
          <p15:clr>
            <a:srgbClr val="FBAE40"/>
          </p15:clr>
        </p15:guide>
        <p15:guide id="11" pos="3999">
          <p15:clr>
            <a:srgbClr val="FBAE40"/>
          </p15:clr>
        </p15:guide>
        <p15:guide id="12" pos="5524">
          <p15:clr>
            <a:srgbClr val="FBAE40"/>
          </p15:clr>
        </p15:guide>
        <p15:guide id="13" pos="5840">
          <p15:clr>
            <a:srgbClr val="FBAE40"/>
          </p15:clr>
        </p15:guide>
        <p15:guide id="14" pos="736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3869" y="1800000"/>
            <a:ext cx="11182288" cy="3285032"/>
          </a:xfrm>
        </p:spPr>
        <p:txBody>
          <a:bodyPr/>
          <a:lstStyle>
            <a:lvl1pPr marL="395683" indent="-395683">
              <a:lnSpc>
                <a:spcPct val="90000"/>
              </a:lnSpc>
              <a:spcBef>
                <a:spcPts val="600"/>
              </a:spcBef>
              <a:defRPr sz="5995" b="0" i="0">
                <a:latin typeface="72 Brand Medium" panose="020B0504030603020204" pitchFamily="34" charset="0"/>
              </a:defRPr>
            </a:lvl1pPr>
            <a:lvl2pPr marL="395683"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1810589888"/>
      </p:ext>
    </p:extLst>
  </p:cSld>
  <p:clrMapOvr>
    <a:masterClrMapping/>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60" y="0"/>
            <a:ext cx="4066941" cy="6858000"/>
          </a:xfrm>
          <a:noFill/>
        </p:spPr>
        <p:txBody>
          <a:bodyPr vert="horz" lIns="0" tIns="2448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868" y="1548000"/>
            <a:ext cx="7090154"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3870" y="504003"/>
            <a:ext cx="7090154" cy="430759"/>
          </a:xfrm>
        </p:spPr>
        <p:txBody>
          <a:bodyPr/>
          <a:lstStyle/>
          <a:p>
            <a:r>
              <a:rPr lang="en-US" noProof="0"/>
              <a:t>Insert page title (sentence case)</a:t>
            </a:r>
            <a:endParaRPr lang="en-US"/>
          </a:p>
        </p:txBody>
      </p:sp>
    </p:spTree>
    <p:extLst>
      <p:ext uri="{BB962C8B-B14F-4D97-AF65-F5344CB8AC3E}">
        <p14:creationId xmlns:p14="http://schemas.microsoft.com/office/powerpoint/2010/main" val="3148185087"/>
      </p:ext>
    </p:extLst>
  </p:cSld>
  <p:clrMapOvr>
    <a:masterClrMapping/>
  </p:clrMapOvr>
  <p:extLst>
    <p:ext uri="{DCECCB84-F9BA-43D5-87BE-67443E8EF086}">
      <p15:sldGuideLst xmlns:p15="http://schemas.microsoft.com/office/powerpoint/2012/main">
        <p15:guide id="1" pos="314">
          <p15:clr>
            <a:srgbClr val="FBAE40"/>
          </p15:clr>
        </p15:guide>
        <p15:guide id="2" orient="horz" pos="3991">
          <p15:clr>
            <a:srgbClr val="FBAE40"/>
          </p15:clr>
        </p15:guide>
        <p15:guide id="3" pos="4785">
          <p15:clr>
            <a:srgbClr val="FBAE40"/>
          </p15:clr>
        </p15:guide>
        <p15:guide id="4" pos="5110">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2" y="0"/>
            <a:ext cx="12192000" cy="6858000"/>
          </a:xfrm>
          <a:noFill/>
        </p:spPr>
        <p:txBody>
          <a:bodyPr vert="horz" lIns="0" tIns="2448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940916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0821" y="1557338"/>
            <a:ext cx="5326613" cy="4788000"/>
          </a:xfrm>
          <a:noFill/>
        </p:spPr>
        <p:txBody>
          <a:bodyPr vert="horz" lIns="0" tIns="1512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3870" y="1548000"/>
            <a:ext cx="5326613"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3"/>
            <a:ext cx="11183564" cy="430759"/>
          </a:xfrm>
        </p:spPr>
        <p:txBody>
          <a:bodyPr/>
          <a:lstStyle/>
          <a:p>
            <a:r>
              <a:rPr lang="en-US" noProof="0"/>
              <a:t>Insert page title (sentence case)</a:t>
            </a:r>
            <a:endParaRPr lang="en-US"/>
          </a:p>
        </p:txBody>
      </p:sp>
    </p:spTree>
    <p:extLst>
      <p:ext uri="{BB962C8B-B14F-4D97-AF65-F5344CB8AC3E}">
        <p14:creationId xmlns:p14="http://schemas.microsoft.com/office/powerpoint/2010/main" val="2698109582"/>
      </p:ext>
    </p:extLst>
  </p:cSld>
  <p:clrMapOvr>
    <a:masterClrMapping/>
  </p:clrMapOvr>
  <p:extLst>
    <p:ext uri="{DCECCB84-F9BA-43D5-87BE-67443E8EF086}">
      <p15:sldGuideLst xmlns:p15="http://schemas.microsoft.com/office/powerpoint/2012/main">
        <p15:guide id="1" pos="314">
          <p15:clr>
            <a:srgbClr val="FBAE40"/>
          </p15:clr>
        </p15:guide>
        <p15:guide id="2" orient="horz" pos="972">
          <p15:clr>
            <a:srgbClr val="FBAE40"/>
          </p15:clr>
        </p15:guide>
        <p15:guide id="3" pos="3673">
          <p15:clr>
            <a:srgbClr val="FBAE40"/>
          </p15:clr>
        </p15:guide>
        <p15:guide id="4" pos="4007">
          <p15:clr>
            <a:srgbClr val="FBAE40"/>
          </p15:clr>
        </p15:guide>
        <p15:guide id="5" pos="7362">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48000"/>
            <a:ext cx="11182288" cy="4788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218035026"/>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2">
          <p15:clr>
            <a:srgbClr val="FBAE40"/>
          </p15:clr>
        </p15:guide>
        <p15:guide id="5" orient="horz" pos="3991">
          <p15:clr>
            <a:srgbClr val="FBAE40"/>
          </p15:clr>
        </p15:guide>
        <p15:guide id="6" pos="736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21044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mn-lt"/>
              </a:rPr>
              <a:t>© 2025 SAP SE or an SAP affiliate company. All rights reserved. See Legal Notice on </a:t>
            </a:r>
            <a:r>
              <a:rPr lang="en-US" sz="600" b="0" i="0" err="1">
                <a:latin typeface="+mn-lt"/>
              </a:rPr>
              <a:t>www.sap.com</a:t>
            </a:r>
            <a:r>
              <a:rPr lang="en-US" sz="600" b="0" i="0">
                <a:latin typeface="+mn-lt"/>
              </a:rPr>
              <a:t>/legal-notice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108" y="1543050"/>
            <a:ext cx="5412068" cy="846386"/>
          </a:xfrm>
        </p:spPr>
        <p:txBody>
          <a:bodyPr/>
          <a:lstStyle>
            <a:lvl1pPr>
              <a:defRPr sz="5496"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181818" y="5990000"/>
            <a:ext cx="3505490" cy="360000"/>
          </a:xfrm>
          <a:prstGeom prst="rect">
            <a:avLst/>
          </a:prstGeom>
        </p:spPr>
      </p:pic>
    </p:spTree>
    <p:extLst>
      <p:ext uri="{BB962C8B-B14F-4D97-AF65-F5344CB8AC3E}">
        <p14:creationId xmlns:p14="http://schemas.microsoft.com/office/powerpoint/2010/main" val="2706436345"/>
      </p:ext>
    </p:extLst>
  </p:cSld>
  <p:clrMapOvr>
    <a:masterClrMapping/>
  </p:clrMapOvr>
  <p:hf sldNum="0" hdr="0" ftr="0" dt="0"/>
  <p:extLst>
    <p:ext uri="{DCECCB84-F9BA-43D5-87BE-67443E8EF086}">
      <p15:sldGuideLst xmlns:p15="http://schemas.microsoft.com/office/powerpoint/2012/main">
        <p15:guide id="1" pos="7362">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0">
          <p15:clr>
            <a:srgbClr val="FBAE40"/>
          </p15:clr>
        </p15:guide>
        <p15:guide id="9" orient="horz" pos="31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7925" y="2706317"/>
            <a:ext cx="5439871" cy="997196"/>
          </a:xfrm>
        </p:spPr>
        <p:txBody>
          <a:bodyPr anchor="b" anchorCtr="0">
            <a:noAutofit/>
          </a:bodyPr>
          <a:lstStyle>
            <a:lvl1pPr>
              <a:lnSpc>
                <a:spcPct val="90000"/>
              </a:lnSpc>
              <a:defRPr sz="3600" b="0" i="0">
                <a:latin typeface="+mj-lt"/>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3781" y="0"/>
            <a:ext cx="6118219" cy="6858000"/>
          </a:xfrm>
        </p:spPr>
        <p:txBody>
          <a:bodyPr anchor="ctr" anchorCtr="0"/>
          <a:lstStyle>
            <a:lvl1pPr algn="ctr">
              <a:defRPr/>
            </a:lvl1pPr>
          </a:lstStyle>
          <a:p>
            <a:r>
              <a:rPr lang="en-US"/>
              <a:t>Click to insert picture</a:t>
            </a:r>
          </a:p>
        </p:txBody>
      </p:sp>
      <p:pic>
        <p:nvPicPr>
          <p:cNvPr id="1237551887" name="LogoBlue-Dynamic" descr="{&quot;templafy&quot;:{&quot;id&quot;:&quot;31fb104a-4bd2-4be1-990c-9956a246a6a6&quot;}}"/>
          <p:cNvPicPr>
            <a:picLocks noChangeAspect="1"/>
          </p:cNvPicPr>
          <p:nvPr/>
        </p:nvPicPr>
        <p:blipFill>
          <a:blip r:embed="rId2"/>
          <a:stretch>
            <a:fillRect/>
          </a:stretch>
        </p:blipFill>
        <p:spPr>
          <a:xfrm>
            <a:off x="287931" y="360000"/>
            <a:ext cx="727003" cy="360000"/>
          </a:xfrm>
          <a:prstGeom prst="rect">
            <a:avLst/>
          </a:prstGeom>
        </p:spPr>
      </p:pic>
      <p:sp>
        <p:nvSpPr>
          <p:cNvPr id="6" name="Classification-Dynamic" descr="{&quot;templafy&quot;:{&quot;id&quot;:&quot;dd500091-516e-4e09-935d-a8446760ab37&quot;}}">
            <a:extLst>
              <a:ext uri="{FF2B5EF4-FFF2-40B4-BE49-F238E27FC236}">
                <a16:creationId xmlns:a16="http://schemas.microsoft.com/office/drawing/2014/main" id="{870EB466-B92B-9D4D-974E-A49C0F424152}"/>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0614875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0" y="0"/>
            <a:ext cx="12192000" cy="6858000"/>
          </a:xfrm>
          <a:prstGeom prst="rect">
            <a:avLst/>
          </a:prstGeom>
          <a:solidFill>
            <a:srgbClr val="28004A"/>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8512" y="1216760"/>
            <a:ext cx="8885550" cy="4424483"/>
          </a:xfrm>
          <a:prstGeom prst="rect">
            <a:avLst/>
          </a:prstGeom>
        </p:spPr>
      </p:pic>
      <p:sp>
        <p:nvSpPr>
          <p:cNvPr id="4" name="Title"/>
          <p:cNvSpPr>
            <a:spLocks noGrp="1"/>
          </p:cNvSpPr>
          <p:nvPr>
            <p:ph type="title" hasCustomPrompt="1"/>
          </p:nvPr>
        </p:nvSpPr>
        <p:spPr>
          <a:xfrm>
            <a:off x="287925" y="2706317"/>
            <a:ext cx="10897962" cy="997196"/>
          </a:xfrm>
        </p:spPr>
        <p:txBody>
          <a:bodyPr>
            <a:noAutofit/>
          </a:bodyPr>
          <a:lstStyle>
            <a:lvl1pPr>
              <a:lnSpc>
                <a:spcPct val="90000"/>
              </a:lnSpc>
              <a:defRPr sz="3600" b="0" i="0">
                <a:solidFill>
                  <a:schemeClr val="bg1"/>
                </a:solidFill>
                <a:latin typeface="+mj-lt"/>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874853631" name="LogoWhite-Dynamic" descr="{&quot;templafy&quot;:{&quot;id&quot;:&quot;d4065cf0-3d7d-4421-8dd7-4a927a682008&quot;}}"/>
          <p:cNvPicPr>
            <a:picLocks noChangeAspect="1"/>
          </p:cNvPicPr>
          <p:nvPr/>
        </p:nvPicPr>
        <p:blipFill>
          <a:blip r:embed="rId3"/>
          <a:stretch>
            <a:fillRect/>
          </a:stretch>
        </p:blipFill>
        <p:spPr>
          <a:xfrm>
            <a:off x="287931" y="360000"/>
            <a:ext cx="727003" cy="360000"/>
          </a:xfrm>
          <a:prstGeom prst="rect">
            <a:avLst/>
          </a:prstGeom>
        </p:spPr>
      </p:pic>
      <p:sp>
        <p:nvSpPr>
          <p:cNvPr id="7" name="Classification-Dynamic" descr="{&quot;templafy&quot;:{&quot;id&quot;:&quot;79cac289-6949-46c4-afc6-3b10b6515444&quot;}}">
            <a:extLst>
              <a:ext uri="{FF2B5EF4-FFF2-40B4-BE49-F238E27FC236}">
                <a16:creationId xmlns:a16="http://schemas.microsoft.com/office/drawing/2014/main" id="{1D05DC80-84C9-9ECA-3B84-3577D8D8165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1227283690"/>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0409" y="0"/>
            <a:ext cx="5091591" cy="6858000"/>
          </a:xfrm>
          <a:prstGeom prst="rect">
            <a:avLst/>
          </a:prstGeom>
          <a:solidFill>
            <a:srgbClr val="FFC932"/>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5656" y="250522"/>
            <a:ext cx="4536910"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1" y="0"/>
            <a:ext cx="7224419" cy="6858000"/>
          </a:xfrm>
          <a:prstGeom prst="rect">
            <a:avLst/>
          </a:prstGeom>
          <a:solidFill>
            <a:schemeClr val="accent1"/>
          </a:solidFill>
          <a:ln w="1342"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1025126167" name="LogoWhite-Dynamic" descr="{&quot;templafy&quot;:{&quot;id&quot;:&quot;a0696034-9670-4d7b-a80a-e5801256b450&quot;}}"/>
          <p:cNvPicPr>
            <a:picLocks noChangeAspect="1"/>
          </p:cNvPicPr>
          <p:nvPr/>
        </p:nvPicPr>
        <p:blipFill>
          <a:blip r:embed="rId4"/>
          <a:stretch>
            <a:fillRect/>
          </a:stretch>
        </p:blipFill>
        <p:spPr>
          <a:xfrm>
            <a:off x="287931" y="360000"/>
            <a:ext cx="727003" cy="360000"/>
          </a:xfrm>
          <a:prstGeom prst="rect">
            <a:avLst/>
          </a:prstGeom>
        </p:spPr>
      </p:pic>
      <p:sp>
        <p:nvSpPr>
          <p:cNvPr id="8" name="Classification-Dynamic" descr="{&quot;templafy&quot;:{&quot;id&quot;:&quot;efe1d89f-eade-44b0-a576-0c0f42301897&quot;}}">
            <a:extLst>
              <a:ext uri="{FF2B5EF4-FFF2-40B4-BE49-F238E27FC236}">
                <a16:creationId xmlns:a16="http://schemas.microsoft.com/office/drawing/2014/main" id="{F1333C1B-AD40-D53A-5A1E-EFB8C6390D4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pic>
        <p:nvPicPr>
          <p:cNvPr id="5" name="Picture 4">
            <a:extLst>
              <a:ext uri="{FF2B5EF4-FFF2-40B4-BE49-F238E27FC236}">
                <a16:creationId xmlns:a16="http://schemas.microsoft.com/office/drawing/2014/main" id="{F75B4DB5-6F82-52F7-7AD9-80874B011E33}"/>
              </a:ext>
              <a:ext uri="{C183D7F6-B498-43B3-948B-1728B52AA6E4}">
                <adec:decorative xmlns:adec="http://schemas.microsoft.com/office/drawing/2017/decorative" val="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flipH="1">
            <a:off x="4663607" y="1129553"/>
            <a:ext cx="6884669" cy="5728447"/>
          </a:xfrm>
          <a:prstGeom prst="rect">
            <a:avLst/>
          </a:prstGeom>
        </p:spPr>
      </p:pic>
      <p:sp>
        <p:nvSpPr>
          <p:cNvPr id="4" name="Title"/>
          <p:cNvSpPr>
            <a:spLocks noGrp="1"/>
          </p:cNvSpPr>
          <p:nvPr>
            <p:ph type="title" hasCustomPrompt="1"/>
          </p:nvPr>
        </p:nvSpPr>
        <p:spPr>
          <a:xfrm>
            <a:off x="287926" y="2706317"/>
            <a:ext cx="6631578"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Tree>
    <p:extLst>
      <p:ext uri="{BB962C8B-B14F-4D97-AF65-F5344CB8AC3E}">
        <p14:creationId xmlns:p14="http://schemas.microsoft.com/office/powerpoint/2010/main" val="3457550852"/>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0" y="0"/>
            <a:ext cx="12192000" cy="6858000"/>
          </a:xfrm>
          <a:prstGeom prst="rect">
            <a:avLst/>
          </a:prstGeom>
          <a:solidFill>
            <a:srgbClr val="97DD40"/>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7926" y="2706317"/>
            <a:ext cx="5528264"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7916" y="2029240"/>
            <a:ext cx="5710200"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a:t>         Click to add image</a:t>
            </a:r>
          </a:p>
        </p:txBody>
      </p:sp>
      <p:sp>
        <p:nvSpPr>
          <p:cNvPr id="4" name="Classification-Dynamic" descr="{&quot;templafy&quot;:{&quot;id&quot;:&quot;15a0c36e-cfcd-42f4-8d96-f48f504a4dda&quot;}}">
            <a:extLst>
              <a:ext uri="{FF2B5EF4-FFF2-40B4-BE49-F238E27FC236}">
                <a16:creationId xmlns:a16="http://schemas.microsoft.com/office/drawing/2014/main" id="{13EDB9F6-FBDA-8ED8-A84B-244CC53CFF99}"/>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pic>
        <p:nvPicPr>
          <p:cNvPr id="569494402" name="LogoBlack-Dynamic" descr="{&quot;templafy&quot;:{&quot;id&quot;:&quot;f018ab10-9877-4c1a-903d-8e20a0516ebf&quot;}}"/>
          <p:cNvPicPr>
            <a:picLocks noChangeAspect="1"/>
          </p:cNvPicPr>
          <p:nvPr/>
        </p:nvPicPr>
        <p:blipFill>
          <a:blip r:embed="rId2"/>
          <a:stretch>
            <a:fillRect/>
          </a:stretch>
        </p:blipFill>
        <p:spPr>
          <a:xfrm>
            <a:off x="287931" y="360000"/>
            <a:ext cx="727003" cy="360000"/>
          </a:xfrm>
          <a:prstGeom prst="rect">
            <a:avLst/>
          </a:prstGeom>
        </p:spPr>
      </p:pic>
    </p:spTree>
    <p:extLst>
      <p:ext uri="{BB962C8B-B14F-4D97-AF65-F5344CB8AC3E}">
        <p14:creationId xmlns:p14="http://schemas.microsoft.com/office/powerpoint/2010/main" val="3526371592"/>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Title"/>
          <p:cNvSpPr>
            <a:spLocks noGrp="1"/>
          </p:cNvSpPr>
          <p:nvPr>
            <p:ph type="title" hasCustomPrompt="1"/>
          </p:nvPr>
        </p:nvSpPr>
        <p:spPr>
          <a:xfrm>
            <a:off x="287925" y="4024430"/>
            <a:ext cx="10896336"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2000"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2136983403" name="LogoBlue-Dynamic" descr="{&quot;templafy&quot;:{&quot;id&quot;:&quot;b86c6774-bfb5-42ce-af29-ad7c8e956cc6&quot;}}"/>
          <p:cNvPicPr>
            <a:picLocks noChangeAspect="1"/>
          </p:cNvPicPr>
          <p:nvPr/>
        </p:nvPicPr>
        <p:blipFill>
          <a:blip r:embed="rId2"/>
          <a:stretch>
            <a:fillRect/>
          </a:stretch>
        </p:blipFill>
        <p:spPr>
          <a:xfrm>
            <a:off x="287931" y="6218600"/>
            <a:ext cx="727003" cy="360000"/>
          </a:xfrm>
          <a:prstGeom prst="rect">
            <a:avLst/>
          </a:prstGeom>
        </p:spPr>
      </p:pic>
      <p:sp>
        <p:nvSpPr>
          <p:cNvPr id="9" name="Classification-Dynamic" descr="{&quot;templafy&quot;:{&quot;id&quot;:&quot;a4489086-5ad1-4eb9-8912-a3dfda15f59c&quot;}}">
            <a:extLst>
              <a:ext uri="{FF2B5EF4-FFF2-40B4-BE49-F238E27FC236}">
                <a16:creationId xmlns:a16="http://schemas.microsoft.com/office/drawing/2014/main" id="{CE0C2033-6FDF-7DD6-E25C-C03296FDAD00}"/>
              </a:ext>
            </a:extLst>
          </p:cNvPr>
          <p:cNvSpPr txBox="1"/>
          <p:nvPr userDrawn="1"/>
        </p:nvSpPr>
        <p:spPr>
          <a:xfrm>
            <a:off x="282501" y="5724000"/>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1429881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3">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1121" y="1275474"/>
            <a:ext cx="606776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sz="2100" b="0" i="0">
              <a:latin typeface="72 Brand" panose="020B0504030603020204" pitchFamily="34" charset="0"/>
            </a:endParaRPr>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5" y="2706317"/>
            <a:ext cx="6025170" cy="997196"/>
          </a:xfrm>
        </p:spPr>
        <p:txBody>
          <a:bodyPr>
            <a:noAutofit/>
          </a:bodyPr>
          <a:lstStyle>
            <a:lvl1pPr>
              <a:lnSpc>
                <a:spcPct val="90000"/>
              </a:lnSpc>
              <a:defRPr sz="3600"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542398661" name="LogoBlue-Dynamic" descr="{&quot;templafy&quot;:{&quot;id&quot;:&quot;77d39480-6bb2-4f9e-b166-58e397c730ef&quot;}}"/>
          <p:cNvPicPr>
            <a:picLocks noChangeAspect="1"/>
          </p:cNvPicPr>
          <p:nvPr/>
        </p:nvPicPr>
        <p:blipFill>
          <a:blip r:embed="rId2"/>
          <a:stretch>
            <a:fillRect/>
          </a:stretch>
        </p:blipFill>
        <p:spPr>
          <a:xfrm>
            <a:off x="287931" y="360000"/>
            <a:ext cx="727003" cy="360000"/>
          </a:xfrm>
          <a:prstGeom prst="rect">
            <a:avLst/>
          </a:prstGeom>
        </p:spPr>
      </p:pic>
      <p:sp>
        <p:nvSpPr>
          <p:cNvPr id="11" name="Classification-Dynamic" descr="{&quot;templafy&quot;:{&quot;id&quot;:&quot;c215a143-e24c-42fe-8717-bcd7348f576e&quot;}}">
            <a:extLst>
              <a:ext uri="{FF2B5EF4-FFF2-40B4-BE49-F238E27FC236}">
                <a16:creationId xmlns:a16="http://schemas.microsoft.com/office/drawing/2014/main" id="{62D91ACB-BD14-46CB-4B61-F4B072D877C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8085199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Pr>
        <a:solidFill>
          <a:srgbClr val="EBF8FF">
            <a:alpha val="34902"/>
          </a:srgbClr>
        </a:solidFill>
        <a:effectLst/>
      </p:bgPr>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0" y="0"/>
            <a:ext cx="12192000" cy="6858000"/>
          </a:xfrm>
          <a:prstGeom prst="rect">
            <a:avLst/>
          </a:prstGeom>
          <a:solidFill>
            <a:srgbClr val="EBF8FF">
              <a:alpha val="42715"/>
            </a:srgbClr>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7925" y="2706317"/>
            <a:ext cx="5928376" cy="997196"/>
          </a:xfrm>
        </p:spPr>
        <p:txBody>
          <a:bodyPr>
            <a:noAutofit/>
          </a:bodyPr>
          <a:lstStyle>
            <a:lvl1pPr>
              <a:lnSpc>
                <a:spcPct val="90000"/>
              </a:lnSpc>
              <a:defRPr sz="3600"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736947158" name="LogoBlack-Dynamic" descr="{&quot;templafy&quot;:{&quot;id&quot;:&quot;c55a38a9-de1b-495a-8b58-131e1d52fd54&quot;}}"/>
          <p:cNvPicPr>
            <a:picLocks noChangeAspect="1"/>
          </p:cNvPicPr>
          <p:nvPr/>
        </p:nvPicPr>
        <p:blipFill>
          <a:blip r:embed="rId2"/>
          <a:stretch>
            <a:fillRect/>
          </a:stretch>
        </p:blipFill>
        <p:spPr>
          <a:xfrm>
            <a:off x="287931" y="360000"/>
            <a:ext cx="727003" cy="360000"/>
          </a:xfrm>
          <a:prstGeom prst="rect">
            <a:avLst/>
          </a:prstGeom>
        </p:spPr>
      </p:pic>
    </p:spTree>
    <p:extLst>
      <p:ext uri="{BB962C8B-B14F-4D97-AF65-F5344CB8AC3E}">
        <p14:creationId xmlns:p14="http://schemas.microsoft.com/office/powerpoint/2010/main" val="26488549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0"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sz="2100" b="0" i="0">
              <a:latin typeface="72 Brand" panose="020B0504030603020204" pitchFamily="34" charset="0"/>
            </a:endParaRPr>
          </a:p>
        </p:txBody>
      </p:sp>
      <p:sp>
        <p:nvSpPr>
          <p:cNvPr id="5" name="Anvil" descr="preencoded.png">
            <a:extLst>
              <a:ext uri="{FF2B5EF4-FFF2-40B4-BE49-F238E27FC236}">
                <a16:creationId xmlns:a16="http://schemas.microsoft.com/office/drawing/2014/main" id="{2384FC7E-529D-ABDF-A914-031C308F2C30}"/>
              </a:ext>
            </a:extLst>
          </p:cNvPr>
          <p:cNvSpPr/>
          <p:nvPr userDrawn="1"/>
        </p:nvSpPr>
        <p:spPr>
          <a:xfrm>
            <a:off x="780171" y="1275476"/>
            <a:ext cx="7981723" cy="3935411"/>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002A86"/>
          </a:solidFill>
          <a:ln w="15238" cap="flat">
            <a:noFill/>
            <a:prstDash val="solid"/>
            <a:miter/>
          </a:ln>
        </p:spPr>
        <p:txBody>
          <a:bodyPr rtlCol="0" anchor="ctr"/>
          <a:lstStyle/>
          <a:p>
            <a:endParaRPr lang="en-US" sz="2100" b="0" i="0">
              <a:latin typeface="72 Brand" panose="020B0504030603020204" pitchFamily="34" charset="0"/>
            </a:endParaRPr>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7925" y="2706317"/>
            <a:ext cx="6874803" cy="997196"/>
          </a:xfrm>
        </p:spPr>
        <p:txBody>
          <a:bodyPr>
            <a:noAutofit/>
          </a:bodyPr>
          <a:lstStyle>
            <a:lvl1pPr>
              <a:lnSpc>
                <a:spcPct val="90000"/>
              </a:lnSpc>
              <a:defRPr sz="3600" b="0" i="0">
                <a:solidFill>
                  <a:schemeClr val="bg1"/>
                </a:solidFill>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322620398" name="LogoWhite-Dynamic" descr="{&quot;templafy&quot;:{&quot;id&quot;:&quot;57053213-140f-42e4-b279-3aff034a8e0b&quot;}}"/>
          <p:cNvPicPr>
            <a:picLocks noChangeAspect="1"/>
          </p:cNvPicPr>
          <p:nvPr/>
        </p:nvPicPr>
        <p:blipFill>
          <a:blip r:embed="rId2"/>
          <a:stretch>
            <a:fillRect/>
          </a:stretch>
        </p:blipFill>
        <p:spPr>
          <a:xfrm>
            <a:off x="287931" y="360000"/>
            <a:ext cx="727003" cy="360000"/>
          </a:xfrm>
          <a:prstGeom prst="rect">
            <a:avLst/>
          </a:prstGeom>
        </p:spPr>
      </p:pic>
      <p:sp>
        <p:nvSpPr>
          <p:cNvPr id="3" name="Classification-Dynamic" descr="{&quot;templafy&quot;:{&quot;id&quot;:&quot;d79d039e-49b3-4324-b9e4-2a15bf644364&quot;}}">
            <a:extLst>
              <a:ext uri="{FF2B5EF4-FFF2-40B4-BE49-F238E27FC236}">
                <a16:creationId xmlns:a16="http://schemas.microsoft.com/office/drawing/2014/main" id="{D67AB148-356D-F356-4E6C-9664D9EB9DF3}"/>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2314454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0" y="0"/>
            <a:ext cx="12192000"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sz="2100" b="0" i="0">
              <a:latin typeface="72 Brand" panose="020B0504030603020204" pitchFamily="34" charset="0"/>
            </a:endParaRPr>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1503213" y="989323"/>
            <a:ext cx="9185575"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sz="2100" b="0" i="0">
              <a:latin typeface="72 Brand" panose="020B0504030603020204" pitchFamily="34" charset="0"/>
            </a:endParaRPr>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7925" y="2706317"/>
            <a:ext cx="5928376" cy="997196"/>
          </a:xfrm>
        </p:spPr>
        <p:txBody>
          <a:bodyPr>
            <a:noAutofit/>
          </a:bodyPr>
          <a:lstStyle>
            <a:lvl1pPr>
              <a:lnSpc>
                <a:spcPct val="90000"/>
              </a:lnSpc>
              <a:defRPr sz="3600"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352421156" name="LogoBlack-Dynamic" descr="{&quot;templafy&quot;:{&quot;id&quot;:&quot;65841d7c-a25a-482e-8a0b-399fe2060e85&quot;}}"/>
          <p:cNvPicPr>
            <a:picLocks noChangeAspect="1"/>
          </p:cNvPicPr>
          <p:nvPr/>
        </p:nvPicPr>
        <p:blipFill>
          <a:blip r:embed="rId2"/>
          <a:stretch>
            <a:fillRect/>
          </a:stretch>
        </p:blipFill>
        <p:spPr>
          <a:xfrm>
            <a:off x="287931" y="360000"/>
            <a:ext cx="727003" cy="360000"/>
          </a:xfrm>
          <a:prstGeom prst="rect">
            <a:avLst/>
          </a:prstGeom>
        </p:spPr>
      </p:pic>
      <p:sp>
        <p:nvSpPr>
          <p:cNvPr id="3" name="Classification-Dynamic" descr="{&quot;templafy&quot;:{&quot;id&quot;:&quot;9a099f80-0352-4bc9-9d82-a824546006f3&quot;}}">
            <a:extLst>
              <a:ext uri="{FF2B5EF4-FFF2-40B4-BE49-F238E27FC236}">
                <a16:creationId xmlns:a16="http://schemas.microsoft.com/office/drawing/2014/main" id="{BBFBBDC3-D031-6041-465D-9F7147F423CF}"/>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2292089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7110" y="0"/>
            <a:ext cx="6084890" cy="6858000"/>
          </a:xfrm>
        </p:spPr>
        <p:txBody>
          <a:bodyPr anchor="ctr" anchorCtr="0"/>
          <a:lstStyle>
            <a:lvl1pPr algn="ctr">
              <a:defRPr/>
            </a:lvl1pPr>
          </a:lstStyle>
          <a:p>
            <a:r>
              <a:rPr lang="en-US"/>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01" y="2141327"/>
            <a:ext cx="4124850"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7925" y="2706317"/>
            <a:ext cx="6025170" cy="997196"/>
          </a:xfrm>
        </p:spPr>
        <p:txBody>
          <a:bodyPr>
            <a:noAutofit/>
          </a:bodyPr>
          <a:lstStyle>
            <a:lvl1pPr>
              <a:lnSpc>
                <a:spcPct val="90000"/>
              </a:lnSpc>
              <a:defRPr sz="3600" b="0" i="0">
                <a:latin typeface="72 Brand Medium" panose="020B0504030603020204" pitchFamily="34" charset="0"/>
                <a:cs typeface="72-Regular"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023284910" name="LogoBlue-Dynamic" descr="{&quot;templafy&quot;:{&quot;id&quot;:&quot;290322f9-1797-4b4d-8043-942607235499&quot;}}"/>
          <p:cNvPicPr>
            <a:picLocks noChangeAspect="1"/>
          </p:cNvPicPr>
          <p:nvPr/>
        </p:nvPicPr>
        <p:blipFill>
          <a:blip r:embed="rId3"/>
          <a:stretch>
            <a:fillRect/>
          </a:stretch>
        </p:blipFill>
        <p:spPr>
          <a:xfrm>
            <a:off x="287931" y="360000"/>
            <a:ext cx="727003" cy="360000"/>
          </a:xfrm>
          <a:prstGeom prst="rect">
            <a:avLst/>
          </a:prstGeom>
        </p:spPr>
      </p:pic>
      <p:sp>
        <p:nvSpPr>
          <p:cNvPr id="3" name="Classification-Dynamic" descr="{&quot;templafy&quot;:{&quot;id&quot;:&quot;74f902db-19ce-473e-a6ef-bfcbbe21a93e&quot;}}">
            <a:extLst>
              <a:ext uri="{FF2B5EF4-FFF2-40B4-BE49-F238E27FC236}">
                <a16:creationId xmlns:a16="http://schemas.microsoft.com/office/drawing/2014/main" id="{4A078429-99DD-7555-B0F4-FEF46FD297B0}"/>
              </a:ext>
            </a:extLst>
          </p:cNvPr>
          <p:cNvSpPr txBox="1"/>
          <p:nvPr userDrawn="1"/>
        </p:nvSpPr>
        <p:spPr>
          <a:xfrm>
            <a:off x="282501"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tx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6324234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0" y="1"/>
            <a:ext cx="12192000"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sz="2100" b="0" i="0">
              <a:latin typeface="72 Brand" panose="020B0504030603020204" pitchFamily="34" charset="0"/>
            </a:endParaRPr>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159" y="1156532"/>
            <a:ext cx="5612260"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sz="2100" b="0" i="0">
              <a:latin typeface="72 Brand" panose="020B0504030603020204" pitchFamily="34" charset="0"/>
            </a:endParaRPr>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4022" y="0"/>
            <a:ext cx="4357979"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263" y="2051754"/>
            <a:ext cx="5528264" cy="997196"/>
          </a:xfrm>
        </p:spPr>
        <p:txBody>
          <a:bodyPr anchor="ctr" anchorCtr="0">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421219822" name="LogoWhite-Dynamic" descr="{&quot;templafy&quot;:{&quot;id&quot;:&quot;819aee73-a0a2-4380-a436-a557525fa29d&quot;}}"/>
          <p:cNvPicPr>
            <a:picLocks noChangeAspect="1"/>
          </p:cNvPicPr>
          <p:nvPr/>
        </p:nvPicPr>
        <p:blipFill>
          <a:blip r:embed="rId2"/>
          <a:stretch>
            <a:fillRect/>
          </a:stretch>
        </p:blipFill>
        <p:spPr>
          <a:xfrm>
            <a:off x="287931" y="360000"/>
            <a:ext cx="727003" cy="360000"/>
          </a:xfrm>
          <a:prstGeom prst="rect">
            <a:avLst/>
          </a:prstGeom>
        </p:spPr>
      </p:pic>
      <p:sp>
        <p:nvSpPr>
          <p:cNvPr id="5" name="Classification-Dynamic" descr="{&quot;templafy&quot;:{&quot;id&quot;:&quot;281de79b-cce6-4308-a6d3-2c16a47ae934&quot;}}">
            <a:extLst>
              <a:ext uri="{FF2B5EF4-FFF2-40B4-BE49-F238E27FC236}">
                <a16:creationId xmlns:a16="http://schemas.microsoft.com/office/drawing/2014/main" id="{7A6CB977-D711-D436-9DC2-AAFCC56F9CAA}"/>
              </a:ext>
            </a:extLst>
          </p:cNvPr>
          <p:cNvSpPr txBox="1"/>
          <p:nvPr userDrawn="1"/>
        </p:nvSpPr>
        <p:spPr>
          <a:xfrm>
            <a:off x="440286" y="5080814"/>
            <a:ext cx="4984814"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a:solidFill>
                  <a:schemeClr val="bg1"/>
                </a:solidFill>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3526749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5">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3869" y="505381"/>
            <a:ext cx="11183564"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3869" y="1548000"/>
            <a:ext cx="11183565" cy="4787900"/>
          </a:xfrm>
        </p:spPr>
        <p:txBody>
          <a:bodyPr/>
          <a:lstStyle>
            <a:lvl1pPr>
              <a:defRPr/>
            </a:lvl1pPr>
          </a:lstStyle>
          <a:p>
            <a:pPr lvl="0"/>
            <a:r>
              <a:rPr lang="en-US"/>
              <a:t>Agenda Item/Divider Headline</a:t>
            </a:r>
          </a:p>
          <a:p>
            <a:pPr lvl="1"/>
            <a:r>
              <a:rPr lang="en-US"/>
              <a:t>Details</a:t>
            </a:r>
          </a:p>
        </p:txBody>
      </p:sp>
    </p:spTree>
    <p:extLst>
      <p:ext uri="{BB962C8B-B14F-4D97-AF65-F5344CB8AC3E}">
        <p14:creationId xmlns:p14="http://schemas.microsoft.com/office/powerpoint/2010/main" val="1257924978"/>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2">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3090446"/>
            <a:ext cx="11182288"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2063361179"/>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2000"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2492270882"/>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2">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3869" y="1375046"/>
            <a:ext cx="11182288"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97686399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2">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205086720"/>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2">
          <p15:clr>
            <a:srgbClr val="FBAE40"/>
          </p15:clr>
        </p15:guide>
        <p15:guide id="4" orient="horz" pos="551">
          <p15:clr>
            <a:srgbClr val="FBAE40"/>
          </p15:clr>
        </p15:guide>
        <p15:guide id="5" orient="horz" pos="399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548000"/>
            <a:ext cx="11183565"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69" y="504000"/>
            <a:ext cx="11183564"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890864157"/>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2">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548000"/>
            <a:ext cx="5326613"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69" y="1548000"/>
            <a:ext cx="5326613"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1385067"/>
      </p:ext>
    </p:extLst>
  </p:cSld>
  <p:clrMapOvr>
    <a:masterClrMapping/>
  </p:clrMapOvr>
  <p:extLst>
    <p:ext uri="{DCECCB84-F9BA-43D5-87BE-67443E8EF086}">
      <p15:sldGuideLst xmlns:p15="http://schemas.microsoft.com/office/powerpoint/2012/main">
        <p15:guide id="1" pos="314">
          <p15:clr>
            <a:srgbClr val="FBAE40"/>
          </p15:clr>
        </p15:guide>
        <p15:guide id="2" orient="horz" pos="3997">
          <p15:clr>
            <a:srgbClr val="FBAE40"/>
          </p15:clr>
        </p15:guide>
        <p15:guide id="3" pos="7362">
          <p15:clr>
            <a:srgbClr val="FBAE40"/>
          </p15:clr>
        </p15:guide>
        <p15:guide id="4" pos="3673">
          <p15:clr>
            <a:srgbClr val="FBAE40"/>
          </p15:clr>
        </p15:guide>
        <p15:guide id="5" pos="4006">
          <p15:clr>
            <a:srgbClr val="FBAE40"/>
          </p15:clr>
        </p15:guide>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4361"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4115"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69" y="1548000"/>
            <a:ext cx="3563072"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4349857"/>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2">
          <p15:clr>
            <a:srgbClr val="FBAE40"/>
          </p15:clr>
        </p15:guide>
        <p15:guide id="4" pos="2716">
          <p15:clr>
            <a:srgbClr val="FBAE40"/>
          </p15:clr>
        </p15:guide>
        <p15:guide id="5" pos="4963">
          <p15:clr>
            <a:srgbClr val="FBAE40"/>
          </p15:clr>
        </p15:guide>
        <p15:guide id="6" pos="5118">
          <p15:clr>
            <a:srgbClr val="FBAE40"/>
          </p15:clr>
        </p15:guide>
        <p15:guide id="7" pos="7362">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0820" y="4770000"/>
            <a:ext cx="5326613"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0820" y="1548001"/>
            <a:ext cx="5326613"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3869" y="4770000"/>
            <a:ext cx="5326613"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3869" y="1548001"/>
            <a:ext cx="5326613"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527156121"/>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1">
          <p15:clr>
            <a:srgbClr val="FBAE40"/>
          </p15:clr>
        </p15:guide>
        <p15:guide id="9" pos="3999">
          <p15:clr>
            <a:srgbClr val="FBAE40"/>
          </p15:clr>
        </p15:guide>
        <p15:guide id="10" pos="736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7116" y="4354922"/>
            <a:ext cx="3390317"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7116" y="1548000"/>
            <a:ext cx="339031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0493" y="4354922"/>
            <a:ext cx="3390317"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0493" y="1548000"/>
            <a:ext cx="339031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3869" y="4354922"/>
            <a:ext cx="3390317"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3869" y="1548000"/>
            <a:ext cx="339031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936785549"/>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4">
          <p15:clr>
            <a:srgbClr val="FBAE40"/>
          </p15:clr>
        </p15:guide>
        <p15:guide id="4" pos="2772">
          <p15:clr>
            <a:srgbClr val="FBAE40"/>
          </p15:clr>
        </p15:guide>
        <p15:guide id="5" pos="4909">
          <p15:clr>
            <a:srgbClr val="FBAE40"/>
          </p15:clr>
        </p15:guide>
        <p15:guide id="6" pos="5226">
          <p15:clr>
            <a:srgbClr val="FBAE40"/>
          </p15:clr>
        </p15:guide>
        <p15:guide id="7" pos="7362">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2462" y="3877200"/>
            <a:ext cx="2414971"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2462" y="1548001"/>
            <a:ext cx="2414971"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49599" y="3877200"/>
            <a:ext cx="2414971"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49599" y="1548001"/>
            <a:ext cx="2414971"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6734" y="3877200"/>
            <a:ext cx="2414971"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6734" y="1548001"/>
            <a:ext cx="2414971"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869" y="3877200"/>
            <a:ext cx="2414971"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869" y="1548001"/>
            <a:ext cx="2414971"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619156823"/>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8">
          <p15:clr>
            <a:srgbClr val="FBAE40"/>
          </p15:clr>
        </p15:guide>
        <p15:guide id="10" pos="3682">
          <p15:clr>
            <a:srgbClr val="FBAE40"/>
          </p15:clr>
        </p15:guide>
        <p15:guide id="11" pos="3999">
          <p15:clr>
            <a:srgbClr val="FBAE40"/>
          </p15:clr>
        </p15:guide>
        <p15:guide id="12" pos="5524">
          <p15:clr>
            <a:srgbClr val="FBAE40"/>
          </p15:clr>
        </p15:guide>
        <p15:guide id="13" pos="5840">
          <p15:clr>
            <a:srgbClr val="FBAE40"/>
          </p15:clr>
        </p15:guide>
        <p15:guide id="14" pos="736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3869" y="1800000"/>
            <a:ext cx="11182288" cy="3285032"/>
          </a:xfrm>
        </p:spPr>
        <p:txBody>
          <a:bodyPr/>
          <a:lstStyle>
            <a:lvl1pPr marL="395921" indent="-395921">
              <a:lnSpc>
                <a:spcPct val="90000"/>
              </a:lnSpc>
              <a:spcBef>
                <a:spcPts val="600"/>
              </a:spcBef>
              <a:defRPr sz="5999" b="0" i="0">
                <a:latin typeface="72 Brand Medium" panose="020B0504030603020204" pitchFamily="34" charset="0"/>
              </a:defRPr>
            </a:lvl1pPr>
            <a:lvl2pPr marL="395921" indent="0">
              <a:buNone/>
              <a:defRPr sz="1600"/>
            </a:lvl2pPr>
          </a:lstStyle>
          <a:p>
            <a:pPr lvl="0"/>
            <a:r>
              <a:rPr lang="en-US" noProof="0"/>
              <a:t>“Quote goes here </a:t>
            </a:r>
            <a:br>
              <a:rPr lang="en-US" noProof="0"/>
            </a:br>
            <a:r>
              <a:rPr lang="en-US" noProof="0"/>
              <a:t>and here.”</a:t>
            </a:r>
          </a:p>
          <a:p>
            <a:pPr lvl="1"/>
            <a:r>
              <a:rPr lang="en-US" noProof="0"/>
              <a:t>Source</a:t>
            </a:r>
          </a:p>
        </p:txBody>
      </p:sp>
    </p:spTree>
    <p:extLst>
      <p:ext uri="{BB962C8B-B14F-4D97-AF65-F5344CB8AC3E}">
        <p14:creationId xmlns:p14="http://schemas.microsoft.com/office/powerpoint/2010/main" val="930370402"/>
      </p:ext>
    </p:extLst>
  </p:cSld>
  <p:clrMapOvr>
    <a:masterClrMapping/>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59" y="0"/>
            <a:ext cx="4066941"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868" y="1548000"/>
            <a:ext cx="7090154"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3870" y="504000"/>
            <a:ext cx="709015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58893154"/>
      </p:ext>
    </p:extLst>
  </p:cSld>
  <p:clrMapOvr>
    <a:masterClrMapping/>
  </p:clrMapOvr>
  <p:extLst>
    <p:ext uri="{DCECCB84-F9BA-43D5-87BE-67443E8EF086}">
      <p15:sldGuideLst xmlns:p15="http://schemas.microsoft.com/office/powerpoint/2012/main">
        <p15:guide id="1" pos="314">
          <p15:clr>
            <a:srgbClr val="FBAE40"/>
          </p15:clr>
        </p15:guide>
        <p15:guide id="2" orient="horz" pos="3991">
          <p15:clr>
            <a:srgbClr val="FBAE40"/>
          </p15:clr>
        </p15:guide>
        <p15:guide id="3" pos="4785">
          <p15:clr>
            <a:srgbClr val="FBAE40"/>
          </p15:clr>
        </p15:guide>
        <p15:guide id="4" pos="5110">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2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28700855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0820" y="1557338"/>
            <a:ext cx="5326613" cy="4788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3869" y="1548000"/>
            <a:ext cx="5326613"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29302172"/>
      </p:ext>
    </p:extLst>
  </p:cSld>
  <p:clrMapOvr>
    <a:masterClrMapping/>
  </p:clrMapOvr>
  <p:extLst>
    <p:ext uri="{DCECCB84-F9BA-43D5-87BE-67443E8EF086}">
      <p15:sldGuideLst xmlns:p15="http://schemas.microsoft.com/office/powerpoint/2012/main">
        <p15:guide id="1" pos="314">
          <p15:clr>
            <a:srgbClr val="FBAE40"/>
          </p15:clr>
        </p15:guide>
        <p15:guide id="2" orient="horz" pos="972">
          <p15:clr>
            <a:srgbClr val="FBAE40"/>
          </p15:clr>
        </p15:guide>
        <p15:guide id="3" pos="3673">
          <p15:clr>
            <a:srgbClr val="FBAE40"/>
          </p15:clr>
        </p15:guide>
        <p15:guide id="4" pos="4007">
          <p15:clr>
            <a:srgbClr val="FBAE40"/>
          </p15:clr>
        </p15:guide>
        <p15:guide id="5" pos="7362">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48000"/>
            <a:ext cx="11182288" cy="4788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095938264"/>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2">
          <p15:clr>
            <a:srgbClr val="FBAE40"/>
          </p15:clr>
        </p15:guide>
        <p15:guide id="5" orient="horz" pos="3991">
          <p15:clr>
            <a:srgbClr val="FBAE40"/>
          </p15:clr>
        </p15:guide>
        <p15:guide id="6" pos="736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835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mn-lt"/>
              </a:rPr>
              <a:t>© 2025 SAP SE or an SAP affiliate company. All rights reserved. See Legal Notice on </a:t>
            </a:r>
            <a:r>
              <a:rPr lang="en-US" sz="600" b="0" i="0" err="1">
                <a:latin typeface="+mn-lt"/>
              </a:rPr>
              <a:t>www.sap.com</a:t>
            </a:r>
            <a:r>
              <a:rPr lang="en-US" sz="600" b="0" i="0">
                <a:latin typeface="+mn-lt"/>
              </a:rPr>
              <a:t>/legal-notice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107" y="1543050"/>
            <a:ext cx="5412068" cy="846386"/>
          </a:xfrm>
        </p:spPr>
        <p:txBody>
          <a:bodyPr/>
          <a:lstStyle>
            <a:lvl1pPr>
              <a:defRPr sz="5500"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1817" y="5990000"/>
            <a:ext cx="3505490" cy="360000"/>
          </a:xfrm>
          <a:prstGeom prst="rect">
            <a:avLst/>
          </a:prstGeom>
        </p:spPr>
      </p:pic>
    </p:spTree>
    <p:extLst>
      <p:ext uri="{BB962C8B-B14F-4D97-AF65-F5344CB8AC3E}">
        <p14:creationId xmlns:p14="http://schemas.microsoft.com/office/powerpoint/2010/main" val="1259733915"/>
      </p:ext>
    </p:extLst>
  </p:cSld>
  <p:clrMapOvr>
    <a:masterClrMapping/>
  </p:clrMapOvr>
  <p:hf sldNum="0" hdr="0" ftr="0" dt="0"/>
  <p:extLst>
    <p:ext uri="{DCECCB84-F9BA-43D5-87BE-67443E8EF086}">
      <p15:sldGuideLst xmlns:p15="http://schemas.microsoft.com/office/powerpoint/2012/main">
        <p15:guide id="1" pos="7362">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0">
          <p15:clr>
            <a:srgbClr val="FBAE40"/>
          </p15:clr>
        </p15:guide>
        <p15:guide id="9" orient="horz" pos="318">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87.xml"/><Relationship Id="rId21" Type="http://schemas.openxmlformats.org/officeDocument/2006/relationships/slideLayout" Target="../slideLayouts/slideLayout21.xml"/><Relationship Id="rId42" Type="http://schemas.openxmlformats.org/officeDocument/2006/relationships/tags" Target="../tags/tag12.xml"/><Relationship Id="rId63" Type="http://schemas.openxmlformats.org/officeDocument/2006/relationships/tags" Target="../tags/tag33.xml"/><Relationship Id="rId84" Type="http://schemas.openxmlformats.org/officeDocument/2006/relationships/tags" Target="../tags/tag54.xml"/><Relationship Id="rId138" Type="http://schemas.openxmlformats.org/officeDocument/2006/relationships/tags" Target="../tags/tag108.xml"/><Relationship Id="rId107" Type="http://schemas.openxmlformats.org/officeDocument/2006/relationships/tags" Target="../tags/tag77.xml"/><Relationship Id="rId11" Type="http://schemas.openxmlformats.org/officeDocument/2006/relationships/slideLayout" Target="../slideLayouts/slideLayout11.xml"/><Relationship Id="rId32" Type="http://schemas.openxmlformats.org/officeDocument/2006/relationships/tags" Target="../tags/tag2.xml"/><Relationship Id="rId53" Type="http://schemas.openxmlformats.org/officeDocument/2006/relationships/tags" Target="../tags/tag23.xml"/><Relationship Id="rId74" Type="http://schemas.openxmlformats.org/officeDocument/2006/relationships/tags" Target="../tags/tag44.xml"/><Relationship Id="rId128" Type="http://schemas.openxmlformats.org/officeDocument/2006/relationships/tags" Target="../tags/tag98.xml"/><Relationship Id="rId149" Type="http://schemas.openxmlformats.org/officeDocument/2006/relationships/tags" Target="../tags/tag119.xml"/><Relationship Id="rId5" Type="http://schemas.openxmlformats.org/officeDocument/2006/relationships/slideLayout" Target="../slideLayouts/slideLayout5.xml"/><Relationship Id="rId95" Type="http://schemas.openxmlformats.org/officeDocument/2006/relationships/tags" Target="../tags/tag6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tags" Target="../tags/tag13.xml"/><Relationship Id="rId48" Type="http://schemas.openxmlformats.org/officeDocument/2006/relationships/tags" Target="../tags/tag18.xml"/><Relationship Id="rId64" Type="http://schemas.openxmlformats.org/officeDocument/2006/relationships/tags" Target="../tags/tag34.xml"/><Relationship Id="rId69" Type="http://schemas.openxmlformats.org/officeDocument/2006/relationships/tags" Target="../tags/tag39.xml"/><Relationship Id="rId113" Type="http://schemas.openxmlformats.org/officeDocument/2006/relationships/tags" Target="../tags/tag83.xml"/><Relationship Id="rId118" Type="http://schemas.openxmlformats.org/officeDocument/2006/relationships/tags" Target="../tags/tag88.xml"/><Relationship Id="rId134" Type="http://schemas.openxmlformats.org/officeDocument/2006/relationships/tags" Target="../tags/tag104.xml"/><Relationship Id="rId139" Type="http://schemas.openxmlformats.org/officeDocument/2006/relationships/tags" Target="../tags/tag109.xml"/><Relationship Id="rId80" Type="http://schemas.openxmlformats.org/officeDocument/2006/relationships/tags" Target="../tags/tag50.xml"/><Relationship Id="rId85" Type="http://schemas.openxmlformats.org/officeDocument/2006/relationships/tags" Target="../tags/tag55.xml"/><Relationship Id="rId150" Type="http://schemas.openxmlformats.org/officeDocument/2006/relationships/tags" Target="../tags/tag120.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tags" Target="../tags/tag3.xml"/><Relationship Id="rId38" Type="http://schemas.openxmlformats.org/officeDocument/2006/relationships/tags" Target="../tags/tag8.xml"/><Relationship Id="rId59" Type="http://schemas.openxmlformats.org/officeDocument/2006/relationships/tags" Target="../tags/tag29.xml"/><Relationship Id="rId103" Type="http://schemas.openxmlformats.org/officeDocument/2006/relationships/tags" Target="../tags/tag73.xml"/><Relationship Id="rId108" Type="http://schemas.openxmlformats.org/officeDocument/2006/relationships/tags" Target="../tags/tag78.xml"/><Relationship Id="rId124" Type="http://schemas.openxmlformats.org/officeDocument/2006/relationships/tags" Target="../tags/tag94.xml"/><Relationship Id="rId129" Type="http://schemas.openxmlformats.org/officeDocument/2006/relationships/tags" Target="../tags/tag99.xml"/><Relationship Id="rId54" Type="http://schemas.openxmlformats.org/officeDocument/2006/relationships/tags" Target="../tags/tag24.xml"/><Relationship Id="rId70" Type="http://schemas.openxmlformats.org/officeDocument/2006/relationships/tags" Target="../tags/tag40.xml"/><Relationship Id="rId75" Type="http://schemas.openxmlformats.org/officeDocument/2006/relationships/tags" Target="../tags/tag45.xml"/><Relationship Id="rId91" Type="http://schemas.openxmlformats.org/officeDocument/2006/relationships/tags" Target="../tags/tag61.xml"/><Relationship Id="rId96" Type="http://schemas.openxmlformats.org/officeDocument/2006/relationships/tags" Target="../tags/tag66.xml"/><Relationship Id="rId140" Type="http://schemas.openxmlformats.org/officeDocument/2006/relationships/tags" Target="../tags/tag110.xml"/><Relationship Id="rId145" Type="http://schemas.openxmlformats.org/officeDocument/2006/relationships/tags" Target="../tags/tag115.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tags" Target="../tags/tag19.xml"/><Relationship Id="rId114" Type="http://schemas.openxmlformats.org/officeDocument/2006/relationships/tags" Target="../tags/tag84.xml"/><Relationship Id="rId119" Type="http://schemas.openxmlformats.org/officeDocument/2006/relationships/tags" Target="../tags/tag89.xml"/><Relationship Id="rId44" Type="http://schemas.openxmlformats.org/officeDocument/2006/relationships/tags" Target="../tags/tag14.xml"/><Relationship Id="rId60" Type="http://schemas.openxmlformats.org/officeDocument/2006/relationships/tags" Target="../tags/tag30.xml"/><Relationship Id="rId65" Type="http://schemas.openxmlformats.org/officeDocument/2006/relationships/tags" Target="../tags/tag35.xml"/><Relationship Id="rId81" Type="http://schemas.openxmlformats.org/officeDocument/2006/relationships/tags" Target="../tags/tag51.xml"/><Relationship Id="rId86" Type="http://schemas.openxmlformats.org/officeDocument/2006/relationships/tags" Target="../tags/tag56.xml"/><Relationship Id="rId130" Type="http://schemas.openxmlformats.org/officeDocument/2006/relationships/tags" Target="../tags/tag100.xml"/><Relationship Id="rId135" Type="http://schemas.openxmlformats.org/officeDocument/2006/relationships/tags" Target="../tags/tag105.xml"/><Relationship Id="rId151" Type="http://schemas.openxmlformats.org/officeDocument/2006/relationships/tags" Target="../tags/tag121.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9.xml"/><Relationship Id="rId109" Type="http://schemas.openxmlformats.org/officeDocument/2006/relationships/tags" Target="../tags/tag79.xml"/><Relationship Id="rId34" Type="http://schemas.openxmlformats.org/officeDocument/2006/relationships/tags" Target="../tags/tag4.xml"/><Relationship Id="rId50" Type="http://schemas.openxmlformats.org/officeDocument/2006/relationships/tags" Target="../tags/tag20.xml"/><Relationship Id="rId55" Type="http://schemas.openxmlformats.org/officeDocument/2006/relationships/tags" Target="../tags/tag25.xml"/><Relationship Id="rId76" Type="http://schemas.openxmlformats.org/officeDocument/2006/relationships/tags" Target="../tags/tag46.xml"/><Relationship Id="rId97" Type="http://schemas.openxmlformats.org/officeDocument/2006/relationships/tags" Target="../tags/tag67.xml"/><Relationship Id="rId104" Type="http://schemas.openxmlformats.org/officeDocument/2006/relationships/tags" Target="../tags/tag74.xml"/><Relationship Id="rId120" Type="http://schemas.openxmlformats.org/officeDocument/2006/relationships/tags" Target="../tags/tag90.xml"/><Relationship Id="rId125" Type="http://schemas.openxmlformats.org/officeDocument/2006/relationships/tags" Target="../tags/tag95.xml"/><Relationship Id="rId141" Type="http://schemas.openxmlformats.org/officeDocument/2006/relationships/tags" Target="../tags/tag111.xml"/><Relationship Id="rId146" Type="http://schemas.openxmlformats.org/officeDocument/2006/relationships/tags" Target="../tags/tag116.xml"/><Relationship Id="rId7" Type="http://schemas.openxmlformats.org/officeDocument/2006/relationships/slideLayout" Target="../slideLayouts/slideLayout7.xml"/><Relationship Id="rId71" Type="http://schemas.openxmlformats.org/officeDocument/2006/relationships/tags" Target="../tags/tag41.xml"/><Relationship Id="rId92" Type="http://schemas.openxmlformats.org/officeDocument/2006/relationships/tags" Target="../tags/tag6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tags" Target="../tags/tag10.xml"/><Relationship Id="rId45" Type="http://schemas.openxmlformats.org/officeDocument/2006/relationships/tags" Target="../tags/tag15.xml"/><Relationship Id="rId66" Type="http://schemas.openxmlformats.org/officeDocument/2006/relationships/tags" Target="../tags/tag36.xml"/><Relationship Id="rId87" Type="http://schemas.openxmlformats.org/officeDocument/2006/relationships/tags" Target="../tags/tag57.xml"/><Relationship Id="rId110" Type="http://schemas.openxmlformats.org/officeDocument/2006/relationships/tags" Target="../tags/tag80.xml"/><Relationship Id="rId115" Type="http://schemas.openxmlformats.org/officeDocument/2006/relationships/tags" Target="../tags/tag85.xml"/><Relationship Id="rId131" Type="http://schemas.openxmlformats.org/officeDocument/2006/relationships/tags" Target="../tags/tag101.xml"/><Relationship Id="rId136" Type="http://schemas.openxmlformats.org/officeDocument/2006/relationships/tags" Target="../tags/tag106.xml"/><Relationship Id="rId61" Type="http://schemas.openxmlformats.org/officeDocument/2006/relationships/tags" Target="../tags/tag31.xml"/><Relationship Id="rId82" Type="http://schemas.openxmlformats.org/officeDocument/2006/relationships/tags" Target="../tags/tag52.xml"/><Relationship Id="rId152" Type="http://schemas.openxmlformats.org/officeDocument/2006/relationships/tags" Target="../tags/tag12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theme" Target="../theme/theme1.xml"/><Relationship Id="rId35" Type="http://schemas.openxmlformats.org/officeDocument/2006/relationships/tags" Target="../tags/tag5.xml"/><Relationship Id="rId56" Type="http://schemas.openxmlformats.org/officeDocument/2006/relationships/tags" Target="../tags/tag26.xml"/><Relationship Id="rId77" Type="http://schemas.openxmlformats.org/officeDocument/2006/relationships/tags" Target="../tags/tag47.xml"/><Relationship Id="rId100" Type="http://schemas.openxmlformats.org/officeDocument/2006/relationships/tags" Target="../tags/tag70.xml"/><Relationship Id="rId105" Type="http://schemas.openxmlformats.org/officeDocument/2006/relationships/tags" Target="../tags/tag75.xml"/><Relationship Id="rId126" Type="http://schemas.openxmlformats.org/officeDocument/2006/relationships/tags" Target="../tags/tag96.xml"/><Relationship Id="rId147" Type="http://schemas.openxmlformats.org/officeDocument/2006/relationships/tags" Target="../tags/tag117.xml"/><Relationship Id="rId8" Type="http://schemas.openxmlformats.org/officeDocument/2006/relationships/slideLayout" Target="../slideLayouts/slideLayout8.xml"/><Relationship Id="rId51" Type="http://schemas.openxmlformats.org/officeDocument/2006/relationships/tags" Target="../tags/tag21.xml"/><Relationship Id="rId72" Type="http://schemas.openxmlformats.org/officeDocument/2006/relationships/tags" Target="../tags/tag42.xml"/><Relationship Id="rId93" Type="http://schemas.openxmlformats.org/officeDocument/2006/relationships/tags" Target="../tags/tag63.xml"/><Relationship Id="rId98" Type="http://schemas.openxmlformats.org/officeDocument/2006/relationships/tags" Target="../tags/tag68.xml"/><Relationship Id="rId121" Type="http://schemas.openxmlformats.org/officeDocument/2006/relationships/tags" Target="../tags/tag91.xml"/><Relationship Id="rId142" Type="http://schemas.openxmlformats.org/officeDocument/2006/relationships/tags" Target="../tags/tag11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16.xml"/><Relationship Id="rId67" Type="http://schemas.openxmlformats.org/officeDocument/2006/relationships/tags" Target="../tags/tag37.xml"/><Relationship Id="rId116" Type="http://schemas.openxmlformats.org/officeDocument/2006/relationships/tags" Target="../tags/tag86.xml"/><Relationship Id="rId137" Type="http://schemas.openxmlformats.org/officeDocument/2006/relationships/tags" Target="../tags/tag107.xml"/><Relationship Id="rId20" Type="http://schemas.openxmlformats.org/officeDocument/2006/relationships/slideLayout" Target="../slideLayouts/slideLayout20.xml"/><Relationship Id="rId41" Type="http://schemas.openxmlformats.org/officeDocument/2006/relationships/tags" Target="../tags/tag11.xml"/><Relationship Id="rId62" Type="http://schemas.openxmlformats.org/officeDocument/2006/relationships/tags" Target="../tags/tag32.xml"/><Relationship Id="rId83" Type="http://schemas.openxmlformats.org/officeDocument/2006/relationships/tags" Target="../tags/tag53.xml"/><Relationship Id="rId88" Type="http://schemas.openxmlformats.org/officeDocument/2006/relationships/tags" Target="../tags/tag58.xml"/><Relationship Id="rId111" Type="http://schemas.openxmlformats.org/officeDocument/2006/relationships/tags" Target="../tags/tag81.xml"/><Relationship Id="rId132" Type="http://schemas.openxmlformats.org/officeDocument/2006/relationships/tags" Target="../tags/tag102.xml"/><Relationship Id="rId153" Type="http://schemas.openxmlformats.org/officeDocument/2006/relationships/tags" Target="../tags/tag123.xml"/><Relationship Id="rId15" Type="http://schemas.openxmlformats.org/officeDocument/2006/relationships/slideLayout" Target="../slideLayouts/slideLayout15.xml"/><Relationship Id="rId36" Type="http://schemas.openxmlformats.org/officeDocument/2006/relationships/tags" Target="../tags/tag6.xml"/><Relationship Id="rId57" Type="http://schemas.openxmlformats.org/officeDocument/2006/relationships/tags" Target="../tags/tag27.xml"/><Relationship Id="rId106" Type="http://schemas.openxmlformats.org/officeDocument/2006/relationships/tags" Target="../tags/tag76.xml"/><Relationship Id="rId127" Type="http://schemas.openxmlformats.org/officeDocument/2006/relationships/tags" Target="../tags/tag97.xml"/><Relationship Id="rId10" Type="http://schemas.openxmlformats.org/officeDocument/2006/relationships/slideLayout" Target="../slideLayouts/slideLayout10.xml"/><Relationship Id="rId31" Type="http://schemas.openxmlformats.org/officeDocument/2006/relationships/tags" Target="../tags/tag1.xml"/><Relationship Id="rId52" Type="http://schemas.openxmlformats.org/officeDocument/2006/relationships/tags" Target="../tags/tag22.xml"/><Relationship Id="rId73" Type="http://schemas.openxmlformats.org/officeDocument/2006/relationships/tags" Target="../tags/tag43.xml"/><Relationship Id="rId78" Type="http://schemas.openxmlformats.org/officeDocument/2006/relationships/tags" Target="../tags/tag48.xml"/><Relationship Id="rId94" Type="http://schemas.openxmlformats.org/officeDocument/2006/relationships/tags" Target="../tags/tag64.xml"/><Relationship Id="rId99" Type="http://schemas.openxmlformats.org/officeDocument/2006/relationships/tags" Target="../tags/tag69.xml"/><Relationship Id="rId101" Type="http://schemas.openxmlformats.org/officeDocument/2006/relationships/tags" Target="../tags/tag71.xml"/><Relationship Id="rId122" Type="http://schemas.openxmlformats.org/officeDocument/2006/relationships/tags" Target="../tags/tag92.xml"/><Relationship Id="rId143" Type="http://schemas.openxmlformats.org/officeDocument/2006/relationships/tags" Target="../tags/tag113.xml"/><Relationship Id="rId148" Type="http://schemas.openxmlformats.org/officeDocument/2006/relationships/tags" Target="../tags/tag118.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ags" Target="../tags/tag17.xml"/><Relationship Id="rId68" Type="http://schemas.openxmlformats.org/officeDocument/2006/relationships/tags" Target="../tags/tag38.xml"/><Relationship Id="rId89" Type="http://schemas.openxmlformats.org/officeDocument/2006/relationships/tags" Target="../tags/tag59.xml"/><Relationship Id="rId112" Type="http://schemas.openxmlformats.org/officeDocument/2006/relationships/tags" Target="../tags/tag82.xml"/><Relationship Id="rId133" Type="http://schemas.openxmlformats.org/officeDocument/2006/relationships/tags" Target="../tags/tag103.xml"/><Relationship Id="rId16" Type="http://schemas.openxmlformats.org/officeDocument/2006/relationships/slideLayout" Target="../slideLayouts/slideLayout16.xml"/><Relationship Id="rId37" Type="http://schemas.openxmlformats.org/officeDocument/2006/relationships/tags" Target="../tags/tag7.xml"/><Relationship Id="rId58" Type="http://schemas.openxmlformats.org/officeDocument/2006/relationships/tags" Target="../tags/tag28.xml"/><Relationship Id="rId79" Type="http://schemas.openxmlformats.org/officeDocument/2006/relationships/tags" Target="../tags/tag49.xml"/><Relationship Id="rId102" Type="http://schemas.openxmlformats.org/officeDocument/2006/relationships/tags" Target="../tags/tag72.xml"/><Relationship Id="rId123" Type="http://schemas.openxmlformats.org/officeDocument/2006/relationships/tags" Target="../tags/tag93.xml"/><Relationship Id="rId144" Type="http://schemas.openxmlformats.org/officeDocument/2006/relationships/tags" Target="../tags/tag114.xml"/><Relationship Id="rId90" Type="http://schemas.openxmlformats.org/officeDocument/2006/relationships/tags" Target="../tags/tag60.xml"/></Relationships>
</file>

<file path=ppt/slideMasters/_rels/slideMaster2.xml.rels><?xml version="1.0" encoding="UTF-8" standalone="yes"?>
<Relationships xmlns="http://schemas.openxmlformats.org/package/2006/relationships"><Relationship Id="rId117" Type="http://schemas.openxmlformats.org/officeDocument/2006/relationships/tags" Target="../tags/tag210.xml"/><Relationship Id="rId21" Type="http://schemas.openxmlformats.org/officeDocument/2006/relationships/slideLayout" Target="../slideLayouts/slideLayout50.xml"/><Relationship Id="rId42" Type="http://schemas.openxmlformats.org/officeDocument/2006/relationships/tags" Target="../tags/tag135.xml"/><Relationship Id="rId63" Type="http://schemas.openxmlformats.org/officeDocument/2006/relationships/tags" Target="../tags/tag156.xml"/><Relationship Id="rId84" Type="http://schemas.openxmlformats.org/officeDocument/2006/relationships/tags" Target="../tags/tag177.xml"/><Relationship Id="rId138" Type="http://schemas.openxmlformats.org/officeDocument/2006/relationships/tags" Target="../tags/tag231.xml"/><Relationship Id="rId107" Type="http://schemas.openxmlformats.org/officeDocument/2006/relationships/tags" Target="../tags/tag200.xml"/><Relationship Id="rId11" Type="http://schemas.openxmlformats.org/officeDocument/2006/relationships/slideLayout" Target="../slideLayouts/slideLayout40.xml"/><Relationship Id="rId32" Type="http://schemas.openxmlformats.org/officeDocument/2006/relationships/tags" Target="../tags/tag125.xml"/><Relationship Id="rId53" Type="http://schemas.openxmlformats.org/officeDocument/2006/relationships/tags" Target="../tags/tag146.xml"/><Relationship Id="rId74" Type="http://schemas.openxmlformats.org/officeDocument/2006/relationships/tags" Target="../tags/tag167.xml"/><Relationship Id="rId128" Type="http://schemas.openxmlformats.org/officeDocument/2006/relationships/tags" Target="../tags/tag221.xml"/><Relationship Id="rId149" Type="http://schemas.openxmlformats.org/officeDocument/2006/relationships/tags" Target="../tags/tag242.xml"/><Relationship Id="rId5" Type="http://schemas.openxmlformats.org/officeDocument/2006/relationships/slideLayout" Target="../slideLayouts/slideLayout34.xml"/><Relationship Id="rId95" Type="http://schemas.openxmlformats.org/officeDocument/2006/relationships/tags" Target="../tags/tag188.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43" Type="http://schemas.openxmlformats.org/officeDocument/2006/relationships/tags" Target="../tags/tag136.xml"/><Relationship Id="rId48" Type="http://schemas.openxmlformats.org/officeDocument/2006/relationships/tags" Target="../tags/tag141.xml"/><Relationship Id="rId64" Type="http://schemas.openxmlformats.org/officeDocument/2006/relationships/tags" Target="../tags/tag157.xml"/><Relationship Id="rId69" Type="http://schemas.openxmlformats.org/officeDocument/2006/relationships/tags" Target="../tags/tag162.xml"/><Relationship Id="rId113" Type="http://schemas.openxmlformats.org/officeDocument/2006/relationships/tags" Target="../tags/tag206.xml"/><Relationship Id="rId118" Type="http://schemas.openxmlformats.org/officeDocument/2006/relationships/tags" Target="../tags/tag211.xml"/><Relationship Id="rId134" Type="http://schemas.openxmlformats.org/officeDocument/2006/relationships/tags" Target="../tags/tag227.xml"/><Relationship Id="rId139" Type="http://schemas.openxmlformats.org/officeDocument/2006/relationships/tags" Target="../tags/tag232.xml"/><Relationship Id="rId80" Type="http://schemas.openxmlformats.org/officeDocument/2006/relationships/tags" Target="../tags/tag173.xml"/><Relationship Id="rId85" Type="http://schemas.openxmlformats.org/officeDocument/2006/relationships/tags" Target="../tags/tag178.xml"/><Relationship Id="rId150" Type="http://schemas.openxmlformats.org/officeDocument/2006/relationships/tags" Target="../tags/tag243.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33" Type="http://schemas.openxmlformats.org/officeDocument/2006/relationships/tags" Target="../tags/tag126.xml"/><Relationship Id="rId38" Type="http://schemas.openxmlformats.org/officeDocument/2006/relationships/tags" Target="../tags/tag131.xml"/><Relationship Id="rId59" Type="http://schemas.openxmlformats.org/officeDocument/2006/relationships/tags" Target="../tags/tag152.xml"/><Relationship Id="rId103" Type="http://schemas.openxmlformats.org/officeDocument/2006/relationships/tags" Target="../tags/tag196.xml"/><Relationship Id="rId108" Type="http://schemas.openxmlformats.org/officeDocument/2006/relationships/tags" Target="../tags/tag201.xml"/><Relationship Id="rId124" Type="http://schemas.openxmlformats.org/officeDocument/2006/relationships/tags" Target="../tags/tag217.xml"/><Relationship Id="rId129" Type="http://schemas.openxmlformats.org/officeDocument/2006/relationships/tags" Target="../tags/tag222.xml"/><Relationship Id="rId54" Type="http://schemas.openxmlformats.org/officeDocument/2006/relationships/tags" Target="../tags/tag147.xml"/><Relationship Id="rId70" Type="http://schemas.openxmlformats.org/officeDocument/2006/relationships/tags" Target="../tags/tag163.xml"/><Relationship Id="rId75" Type="http://schemas.openxmlformats.org/officeDocument/2006/relationships/tags" Target="../tags/tag168.xml"/><Relationship Id="rId91" Type="http://schemas.openxmlformats.org/officeDocument/2006/relationships/tags" Target="../tags/tag184.xml"/><Relationship Id="rId96" Type="http://schemas.openxmlformats.org/officeDocument/2006/relationships/tags" Target="../tags/tag189.xml"/><Relationship Id="rId140" Type="http://schemas.openxmlformats.org/officeDocument/2006/relationships/tags" Target="../tags/tag233.xml"/><Relationship Id="rId145" Type="http://schemas.openxmlformats.org/officeDocument/2006/relationships/tags" Target="../tags/tag23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49" Type="http://schemas.openxmlformats.org/officeDocument/2006/relationships/tags" Target="../tags/tag142.xml"/><Relationship Id="rId114" Type="http://schemas.openxmlformats.org/officeDocument/2006/relationships/tags" Target="../tags/tag207.xml"/><Relationship Id="rId119" Type="http://schemas.openxmlformats.org/officeDocument/2006/relationships/tags" Target="../tags/tag212.xml"/><Relationship Id="rId44" Type="http://schemas.openxmlformats.org/officeDocument/2006/relationships/tags" Target="../tags/tag137.xml"/><Relationship Id="rId60" Type="http://schemas.openxmlformats.org/officeDocument/2006/relationships/tags" Target="../tags/tag153.xml"/><Relationship Id="rId65" Type="http://schemas.openxmlformats.org/officeDocument/2006/relationships/tags" Target="../tags/tag158.xml"/><Relationship Id="rId81" Type="http://schemas.openxmlformats.org/officeDocument/2006/relationships/tags" Target="../tags/tag174.xml"/><Relationship Id="rId86" Type="http://schemas.openxmlformats.org/officeDocument/2006/relationships/tags" Target="../tags/tag179.xml"/><Relationship Id="rId130" Type="http://schemas.openxmlformats.org/officeDocument/2006/relationships/tags" Target="../tags/tag223.xml"/><Relationship Id="rId135" Type="http://schemas.openxmlformats.org/officeDocument/2006/relationships/tags" Target="../tags/tag228.xml"/><Relationship Id="rId151" Type="http://schemas.openxmlformats.org/officeDocument/2006/relationships/tags" Target="../tags/tag244.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9" Type="http://schemas.openxmlformats.org/officeDocument/2006/relationships/tags" Target="../tags/tag132.xml"/><Relationship Id="rId109" Type="http://schemas.openxmlformats.org/officeDocument/2006/relationships/tags" Target="../tags/tag202.xml"/><Relationship Id="rId34" Type="http://schemas.openxmlformats.org/officeDocument/2006/relationships/tags" Target="../tags/tag127.xml"/><Relationship Id="rId50" Type="http://schemas.openxmlformats.org/officeDocument/2006/relationships/tags" Target="../tags/tag143.xml"/><Relationship Id="rId55" Type="http://schemas.openxmlformats.org/officeDocument/2006/relationships/tags" Target="../tags/tag148.xml"/><Relationship Id="rId76" Type="http://schemas.openxmlformats.org/officeDocument/2006/relationships/tags" Target="../tags/tag169.xml"/><Relationship Id="rId97" Type="http://schemas.openxmlformats.org/officeDocument/2006/relationships/tags" Target="../tags/tag190.xml"/><Relationship Id="rId104" Type="http://schemas.openxmlformats.org/officeDocument/2006/relationships/tags" Target="../tags/tag197.xml"/><Relationship Id="rId120" Type="http://schemas.openxmlformats.org/officeDocument/2006/relationships/tags" Target="../tags/tag213.xml"/><Relationship Id="rId125" Type="http://schemas.openxmlformats.org/officeDocument/2006/relationships/tags" Target="../tags/tag218.xml"/><Relationship Id="rId141" Type="http://schemas.openxmlformats.org/officeDocument/2006/relationships/tags" Target="../tags/tag234.xml"/><Relationship Id="rId146" Type="http://schemas.openxmlformats.org/officeDocument/2006/relationships/tags" Target="../tags/tag239.xml"/><Relationship Id="rId7" Type="http://schemas.openxmlformats.org/officeDocument/2006/relationships/slideLayout" Target="../slideLayouts/slideLayout36.xml"/><Relationship Id="rId71" Type="http://schemas.openxmlformats.org/officeDocument/2006/relationships/tags" Target="../tags/tag164.xml"/><Relationship Id="rId92" Type="http://schemas.openxmlformats.org/officeDocument/2006/relationships/tags" Target="../tags/tag185.xml"/><Relationship Id="rId2" Type="http://schemas.openxmlformats.org/officeDocument/2006/relationships/slideLayout" Target="../slideLayouts/slideLayout31.xml"/><Relationship Id="rId29" Type="http://schemas.openxmlformats.org/officeDocument/2006/relationships/slideLayout" Target="../slideLayouts/slideLayout58.xml"/><Relationship Id="rId24" Type="http://schemas.openxmlformats.org/officeDocument/2006/relationships/slideLayout" Target="../slideLayouts/slideLayout53.xml"/><Relationship Id="rId40" Type="http://schemas.openxmlformats.org/officeDocument/2006/relationships/tags" Target="../tags/tag133.xml"/><Relationship Id="rId45" Type="http://schemas.openxmlformats.org/officeDocument/2006/relationships/tags" Target="../tags/tag138.xml"/><Relationship Id="rId66" Type="http://schemas.openxmlformats.org/officeDocument/2006/relationships/tags" Target="../tags/tag159.xml"/><Relationship Id="rId87" Type="http://schemas.openxmlformats.org/officeDocument/2006/relationships/tags" Target="../tags/tag180.xml"/><Relationship Id="rId110" Type="http://schemas.openxmlformats.org/officeDocument/2006/relationships/tags" Target="../tags/tag203.xml"/><Relationship Id="rId115" Type="http://schemas.openxmlformats.org/officeDocument/2006/relationships/tags" Target="../tags/tag208.xml"/><Relationship Id="rId131" Type="http://schemas.openxmlformats.org/officeDocument/2006/relationships/tags" Target="../tags/tag224.xml"/><Relationship Id="rId136" Type="http://schemas.openxmlformats.org/officeDocument/2006/relationships/tags" Target="../tags/tag229.xml"/><Relationship Id="rId61" Type="http://schemas.openxmlformats.org/officeDocument/2006/relationships/tags" Target="../tags/tag154.xml"/><Relationship Id="rId82" Type="http://schemas.openxmlformats.org/officeDocument/2006/relationships/tags" Target="../tags/tag175.xml"/><Relationship Id="rId152" Type="http://schemas.openxmlformats.org/officeDocument/2006/relationships/tags" Target="../tags/tag245.xml"/><Relationship Id="rId19" Type="http://schemas.openxmlformats.org/officeDocument/2006/relationships/slideLayout" Target="../slideLayouts/slideLayout48.xml"/><Relationship Id="rId14" Type="http://schemas.openxmlformats.org/officeDocument/2006/relationships/slideLayout" Target="../slideLayouts/slideLayout43.xml"/><Relationship Id="rId30" Type="http://schemas.openxmlformats.org/officeDocument/2006/relationships/theme" Target="../theme/theme2.xml"/><Relationship Id="rId35" Type="http://schemas.openxmlformats.org/officeDocument/2006/relationships/tags" Target="../tags/tag128.xml"/><Relationship Id="rId56" Type="http://schemas.openxmlformats.org/officeDocument/2006/relationships/tags" Target="../tags/tag149.xml"/><Relationship Id="rId77" Type="http://schemas.openxmlformats.org/officeDocument/2006/relationships/tags" Target="../tags/tag170.xml"/><Relationship Id="rId100" Type="http://schemas.openxmlformats.org/officeDocument/2006/relationships/tags" Target="../tags/tag193.xml"/><Relationship Id="rId105" Type="http://schemas.openxmlformats.org/officeDocument/2006/relationships/tags" Target="../tags/tag198.xml"/><Relationship Id="rId126" Type="http://schemas.openxmlformats.org/officeDocument/2006/relationships/tags" Target="../tags/tag219.xml"/><Relationship Id="rId147" Type="http://schemas.openxmlformats.org/officeDocument/2006/relationships/tags" Target="../tags/tag240.xml"/><Relationship Id="rId8" Type="http://schemas.openxmlformats.org/officeDocument/2006/relationships/slideLayout" Target="../slideLayouts/slideLayout37.xml"/><Relationship Id="rId51" Type="http://schemas.openxmlformats.org/officeDocument/2006/relationships/tags" Target="../tags/tag144.xml"/><Relationship Id="rId72" Type="http://schemas.openxmlformats.org/officeDocument/2006/relationships/tags" Target="../tags/tag165.xml"/><Relationship Id="rId93" Type="http://schemas.openxmlformats.org/officeDocument/2006/relationships/tags" Target="../tags/tag186.xml"/><Relationship Id="rId98" Type="http://schemas.openxmlformats.org/officeDocument/2006/relationships/tags" Target="../tags/tag191.xml"/><Relationship Id="rId121" Type="http://schemas.openxmlformats.org/officeDocument/2006/relationships/tags" Target="../tags/tag214.xml"/><Relationship Id="rId142" Type="http://schemas.openxmlformats.org/officeDocument/2006/relationships/tags" Target="../tags/tag235.xml"/><Relationship Id="rId3" Type="http://schemas.openxmlformats.org/officeDocument/2006/relationships/slideLayout" Target="../slideLayouts/slideLayout32.xml"/><Relationship Id="rId25" Type="http://schemas.openxmlformats.org/officeDocument/2006/relationships/slideLayout" Target="../slideLayouts/slideLayout54.xml"/><Relationship Id="rId46" Type="http://schemas.openxmlformats.org/officeDocument/2006/relationships/tags" Target="../tags/tag139.xml"/><Relationship Id="rId67" Type="http://schemas.openxmlformats.org/officeDocument/2006/relationships/tags" Target="../tags/tag160.xml"/><Relationship Id="rId116" Type="http://schemas.openxmlformats.org/officeDocument/2006/relationships/tags" Target="../tags/tag209.xml"/><Relationship Id="rId137" Type="http://schemas.openxmlformats.org/officeDocument/2006/relationships/tags" Target="../tags/tag230.xml"/><Relationship Id="rId20" Type="http://schemas.openxmlformats.org/officeDocument/2006/relationships/slideLayout" Target="../slideLayouts/slideLayout49.xml"/><Relationship Id="rId41" Type="http://schemas.openxmlformats.org/officeDocument/2006/relationships/tags" Target="../tags/tag134.xml"/><Relationship Id="rId62" Type="http://schemas.openxmlformats.org/officeDocument/2006/relationships/tags" Target="../tags/tag155.xml"/><Relationship Id="rId83" Type="http://schemas.openxmlformats.org/officeDocument/2006/relationships/tags" Target="../tags/tag176.xml"/><Relationship Id="rId88" Type="http://schemas.openxmlformats.org/officeDocument/2006/relationships/tags" Target="../tags/tag181.xml"/><Relationship Id="rId111" Type="http://schemas.openxmlformats.org/officeDocument/2006/relationships/tags" Target="../tags/tag204.xml"/><Relationship Id="rId132" Type="http://schemas.openxmlformats.org/officeDocument/2006/relationships/tags" Target="../tags/tag225.xml"/><Relationship Id="rId153" Type="http://schemas.openxmlformats.org/officeDocument/2006/relationships/tags" Target="../tags/tag246.xml"/><Relationship Id="rId15" Type="http://schemas.openxmlformats.org/officeDocument/2006/relationships/slideLayout" Target="../slideLayouts/slideLayout44.xml"/><Relationship Id="rId36" Type="http://schemas.openxmlformats.org/officeDocument/2006/relationships/tags" Target="../tags/tag129.xml"/><Relationship Id="rId57" Type="http://schemas.openxmlformats.org/officeDocument/2006/relationships/tags" Target="../tags/tag150.xml"/><Relationship Id="rId106" Type="http://schemas.openxmlformats.org/officeDocument/2006/relationships/tags" Target="../tags/tag199.xml"/><Relationship Id="rId127" Type="http://schemas.openxmlformats.org/officeDocument/2006/relationships/tags" Target="../tags/tag220.xml"/><Relationship Id="rId10" Type="http://schemas.openxmlformats.org/officeDocument/2006/relationships/slideLayout" Target="../slideLayouts/slideLayout39.xml"/><Relationship Id="rId31" Type="http://schemas.openxmlformats.org/officeDocument/2006/relationships/tags" Target="../tags/tag124.xml"/><Relationship Id="rId52" Type="http://schemas.openxmlformats.org/officeDocument/2006/relationships/tags" Target="../tags/tag145.xml"/><Relationship Id="rId73" Type="http://schemas.openxmlformats.org/officeDocument/2006/relationships/tags" Target="../tags/tag166.xml"/><Relationship Id="rId78" Type="http://schemas.openxmlformats.org/officeDocument/2006/relationships/tags" Target="../tags/tag171.xml"/><Relationship Id="rId94" Type="http://schemas.openxmlformats.org/officeDocument/2006/relationships/tags" Target="../tags/tag187.xml"/><Relationship Id="rId99" Type="http://schemas.openxmlformats.org/officeDocument/2006/relationships/tags" Target="../tags/tag192.xml"/><Relationship Id="rId101" Type="http://schemas.openxmlformats.org/officeDocument/2006/relationships/tags" Target="../tags/tag194.xml"/><Relationship Id="rId122" Type="http://schemas.openxmlformats.org/officeDocument/2006/relationships/tags" Target="../tags/tag215.xml"/><Relationship Id="rId143" Type="http://schemas.openxmlformats.org/officeDocument/2006/relationships/tags" Target="../tags/tag236.xml"/><Relationship Id="rId148" Type="http://schemas.openxmlformats.org/officeDocument/2006/relationships/tags" Target="../tags/tag241.xml"/><Relationship Id="rId4" Type="http://schemas.openxmlformats.org/officeDocument/2006/relationships/slideLayout" Target="../slideLayouts/slideLayout33.xml"/><Relationship Id="rId9" Type="http://schemas.openxmlformats.org/officeDocument/2006/relationships/slideLayout" Target="../slideLayouts/slideLayout38.xml"/><Relationship Id="rId26" Type="http://schemas.openxmlformats.org/officeDocument/2006/relationships/slideLayout" Target="../slideLayouts/slideLayout55.xml"/><Relationship Id="rId47" Type="http://schemas.openxmlformats.org/officeDocument/2006/relationships/tags" Target="../tags/tag140.xml"/><Relationship Id="rId68" Type="http://schemas.openxmlformats.org/officeDocument/2006/relationships/tags" Target="../tags/tag161.xml"/><Relationship Id="rId89" Type="http://schemas.openxmlformats.org/officeDocument/2006/relationships/tags" Target="../tags/tag182.xml"/><Relationship Id="rId112" Type="http://schemas.openxmlformats.org/officeDocument/2006/relationships/tags" Target="../tags/tag205.xml"/><Relationship Id="rId133" Type="http://schemas.openxmlformats.org/officeDocument/2006/relationships/tags" Target="../tags/tag226.xml"/><Relationship Id="rId16" Type="http://schemas.openxmlformats.org/officeDocument/2006/relationships/slideLayout" Target="../slideLayouts/slideLayout45.xml"/><Relationship Id="rId37" Type="http://schemas.openxmlformats.org/officeDocument/2006/relationships/tags" Target="../tags/tag130.xml"/><Relationship Id="rId58" Type="http://schemas.openxmlformats.org/officeDocument/2006/relationships/tags" Target="../tags/tag151.xml"/><Relationship Id="rId79" Type="http://schemas.openxmlformats.org/officeDocument/2006/relationships/tags" Target="../tags/tag172.xml"/><Relationship Id="rId102" Type="http://schemas.openxmlformats.org/officeDocument/2006/relationships/tags" Target="../tags/tag195.xml"/><Relationship Id="rId123" Type="http://schemas.openxmlformats.org/officeDocument/2006/relationships/tags" Target="../tags/tag216.xml"/><Relationship Id="rId144" Type="http://schemas.openxmlformats.org/officeDocument/2006/relationships/tags" Target="../tags/tag237.xml"/><Relationship Id="rId90" Type="http://schemas.openxmlformats.org/officeDocument/2006/relationships/tags" Target="../tags/tag183.xml"/></Relationships>
</file>

<file path=ppt/slideMasters/_rels/slideMaster3.xml.rels><?xml version="1.0" encoding="UTF-8" standalone="yes"?>
<Relationships xmlns="http://schemas.openxmlformats.org/package/2006/relationships"><Relationship Id="rId117" Type="http://schemas.openxmlformats.org/officeDocument/2006/relationships/tags" Target="../tags/tag333.xml"/><Relationship Id="rId21" Type="http://schemas.openxmlformats.org/officeDocument/2006/relationships/slideLayout" Target="../slideLayouts/slideLayout79.xml"/><Relationship Id="rId42" Type="http://schemas.openxmlformats.org/officeDocument/2006/relationships/tags" Target="../tags/tag258.xml"/><Relationship Id="rId63" Type="http://schemas.openxmlformats.org/officeDocument/2006/relationships/tags" Target="../tags/tag279.xml"/><Relationship Id="rId84" Type="http://schemas.openxmlformats.org/officeDocument/2006/relationships/tags" Target="../tags/tag300.xml"/><Relationship Id="rId138" Type="http://schemas.openxmlformats.org/officeDocument/2006/relationships/tags" Target="../tags/tag354.xml"/><Relationship Id="rId107" Type="http://schemas.openxmlformats.org/officeDocument/2006/relationships/tags" Target="../tags/tag323.xml"/><Relationship Id="rId11" Type="http://schemas.openxmlformats.org/officeDocument/2006/relationships/slideLayout" Target="../slideLayouts/slideLayout69.xml"/><Relationship Id="rId32" Type="http://schemas.openxmlformats.org/officeDocument/2006/relationships/tags" Target="../tags/tag248.xml"/><Relationship Id="rId53" Type="http://schemas.openxmlformats.org/officeDocument/2006/relationships/tags" Target="../tags/tag269.xml"/><Relationship Id="rId74" Type="http://schemas.openxmlformats.org/officeDocument/2006/relationships/tags" Target="../tags/tag290.xml"/><Relationship Id="rId128" Type="http://schemas.openxmlformats.org/officeDocument/2006/relationships/tags" Target="../tags/tag344.xml"/><Relationship Id="rId149" Type="http://schemas.openxmlformats.org/officeDocument/2006/relationships/tags" Target="../tags/tag365.xml"/><Relationship Id="rId5" Type="http://schemas.openxmlformats.org/officeDocument/2006/relationships/slideLayout" Target="../slideLayouts/slideLayout63.xml"/><Relationship Id="rId95" Type="http://schemas.openxmlformats.org/officeDocument/2006/relationships/tags" Target="../tags/tag311.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43" Type="http://schemas.openxmlformats.org/officeDocument/2006/relationships/tags" Target="../tags/tag259.xml"/><Relationship Id="rId48" Type="http://schemas.openxmlformats.org/officeDocument/2006/relationships/tags" Target="../tags/tag264.xml"/><Relationship Id="rId64" Type="http://schemas.openxmlformats.org/officeDocument/2006/relationships/tags" Target="../tags/tag280.xml"/><Relationship Id="rId69" Type="http://schemas.openxmlformats.org/officeDocument/2006/relationships/tags" Target="../tags/tag285.xml"/><Relationship Id="rId113" Type="http://schemas.openxmlformats.org/officeDocument/2006/relationships/tags" Target="../tags/tag329.xml"/><Relationship Id="rId118" Type="http://schemas.openxmlformats.org/officeDocument/2006/relationships/tags" Target="../tags/tag334.xml"/><Relationship Id="rId134" Type="http://schemas.openxmlformats.org/officeDocument/2006/relationships/tags" Target="../tags/tag350.xml"/><Relationship Id="rId139" Type="http://schemas.openxmlformats.org/officeDocument/2006/relationships/tags" Target="../tags/tag355.xml"/><Relationship Id="rId80" Type="http://schemas.openxmlformats.org/officeDocument/2006/relationships/tags" Target="../tags/tag296.xml"/><Relationship Id="rId85" Type="http://schemas.openxmlformats.org/officeDocument/2006/relationships/tags" Target="../tags/tag301.xml"/><Relationship Id="rId150" Type="http://schemas.openxmlformats.org/officeDocument/2006/relationships/tags" Target="../tags/tag366.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33" Type="http://schemas.openxmlformats.org/officeDocument/2006/relationships/tags" Target="../tags/tag249.xml"/><Relationship Id="rId38" Type="http://schemas.openxmlformats.org/officeDocument/2006/relationships/tags" Target="../tags/tag254.xml"/><Relationship Id="rId59" Type="http://schemas.openxmlformats.org/officeDocument/2006/relationships/tags" Target="../tags/tag275.xml"/><Relationship Id="rId103" Type="http://schemas.openxmlformats.org/officeDocument/2006/relationships/tags" Target="../tags/tag319.xml"/><Relationship Id="rId108" Type="http://schemas.openxmlformats.org/officeDocument/2006/relationships/tags" Target="../tags/tag324.xml"/><Relationship Id="rId124" Type="http://schemas.openxmlformats.org/officeDocument/2006/relationships/tags" Target="../tags/tag340.xml"/><Relationship Id="rId129" Type="http://schemas.openxmlformats.org/officeDocument/2006/relationships/tags" Target="../tags/tag345.xml"/><Relationship Id="rId54" Type="http://schemas.openxmlformats.org/officeDocument/2006/relationships/tags" Target="../tags/tag270.xml"/><Relationship Id="rId70" Type="http://schemas.openxmlformats.org/officeDocument/2006/relationships/tags" Target="../tags/tag286.xml"/><Relationship Id="rId75" Type="http://schemas.openxmlformats.org/officeDocument/2006/relationships/tags" Target="../tags/tag291.xml"/><Relationship Id="rId91" Type="http://schemas.openxmlformats.org/officeDocument/2006/relationships/tags" Target="../tags/tag307.xml"/><Relationship Id="rId96" Type="http://schemas.openxmlformats.org/officeDocument/2006/relationships/tags" Target="../tags/tag312.xml"/><Relationship Id="rId140" Type="http://schemas.openxmlformats.org/officeDocument/2006/relationships/tags" Target="../tags/tag356.xml"/><Relationship Id="rId145" Type="http://schemas.openxmlformats.org/officeDocument/2006/relationships/tags" Target="../tags/tag361.xml"/><Relationship Id="rId1" Type="http://schemas.openxmlformats.org/officeDocument/2006/relationships/slideLayout" Target="../slideLayouts/slideLayout59.xml"/><Relationship Id="rId6" Type="http://schemas.openxmlformats.org/officeDocument/2006/relationships/slideLayout" Target="../slideLayouts/slideLayout64.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49" Type="http://schemas.openxmlformats.org/officeDocument/2006/relationships/tags" Target="../tags/tag265.xml"/><Relationship Id="rId114" Type="http://schemas.openxmlformats.org/officeDocument/2006/relationships/tags" Target="../tags/tag330.xml"/><Relationship Id="rId119" Type="http://schemas.openxmlformats.org/officeDocument/2006/relationships/tags" Target="../tags/tag335.xml"/><Relationship Id="rId44" Type="http://schemas.openxmlformats.org/officeDocument/2006/relationships/tags" Target="../tags/tag260.xml"/><Relationship Id="rId60" Type="http://schemas.openxmlformats.org/officeDocument/2006/relationships/tags" Target="../tags/tag276.xml"/><Relationship Id="rId65" Type="http://schemas.openxmlformats.org/officeDocument/2006/relationships/tags" Target="../tags/tag281.xml"/><Relationship Id="rId81" Type="http://schemas.openxmlformats.org/officeDocument/2006/relationships/tags" Target="../tags/tag297.xml"/><Relationship Id="rId86" Type="http://schemas.openxmlformats.org/officeDocument/2006/relationships/tags" Target="../tags/tag302.xml"/><Relationship Id="rId130" Type="http://schemas.openxmlformats.org/officeDocument/2006/relationships/tags" Target="../tags/tag346.xml"/><Relationship Id="rId135" Type="http://schemas.openxmlformats.org/officeDocument/2006/relationships/tags" Target="../tags/tag351.xml"/><Relationship Id="rId151" Type="http://schemas.openxmlformats.org/officeDocument/2006/relationships/tags" Target="../tags/tag367.xml"/><Relationship Id="rId13" Type="http://schemas.openxmlformats.org/officeDocument/2006/relationships/slideLayout" Target="../slideLayouts/slideLayout71.xml"/><Relationship Id="rId18" Type="http://schemas.openxmlformats.org/officeDocument/2006/relationships/slideLayout" Target="../slideLayouts/slideLayout76.xml"/><Relationship Id="rId39" Type="http://schemas.openxmlformats.org/officeDocument/2006/relationships/tags" Target="../tags/tag255.xml"/><Relationship Id="rId109" Type="http://schemas.openxmlformats.org/officeDocument/2006/relationships/tags" Target="../tags/tag325.xml"/><Relationship Id="rId34" Type="http://schemas.openxmlformats.org/officeDocument/2006/relationships/tags" Target="../tags/tag250.xml"/><Relationship Id="rId50" Type="http://schemas.openxmlformats.org/officeDocument/2006/relationships/tags" Target="../tags/tag266.xml"/><Relationship Id="rId55" Type="http://schemas.openxmlformats.org/officeDocument/2006/relationships/tags" Target="../tags/tag271.xml"/><Relationship Id="rId76" Type="http://schemas.openxmlformats.org/officeDocument/2006/relationships/tags" Target="../tags/tag292.xml"/><Relationship Id="rId97" Type="http://schemas.openxmlformats.org/officeDocument/2006/relationships/tags" Target="../tags/tag313.xml"/><Relationship Id="rId104" Type="http://schemas.openxmlformats.org/officeDocument/2006/relationships/tags" Target="../tags/tag320.xml"/><Relationship Id="rId120" Type="http://schemas.openxmlformats.org/officeDocument/2006/relationships/tags" Target="../tags/tag336.xml"/><Relationship Id="rId125" Type="http://schemas.openxmlformats.org/officeDocument/2006/relationships/tags" Target="../tags/tag341.xml"/><Relationship Id="rId141" Type="http://schemas.openxmlformats.org/officeDocument/2006/relationships/tags" Target="../tags/tag357.xml"/><Relationship Id="rId146" Type="http://schemas.openxmlformats.org/officeDocument/2006/relationships/tags" Target="../tags/tag362.xml"/><Relationship Id="rId7" Type="http://schemas.openxmlformats.org/officeDocument/2006/relationships/slideLayout" Target="../slideLayouts/slideLayout65.xml"/><Relationship Id="rId71" Type="http://schemas.openxmlformats.org/officeDocument/2006/relationships/tags" Target="../tags/tag287.xml"/><Relationship Id="rId92" Type="http://schemas.openxmlformats.org/officeDocument/2006/relationships/tags" Target="../tags/tag308.xml"/><Relationship Id="rId2" Type="http://schemas.openxmlformats.org/officeDocument/2006/relationships/slideLayout" Target="../slideLayouts/slideLayout60.xml"/><Relationship Id="rId29" Type="http://schemas.openxmlformats.org/officeDocument/2006/relationships/slideLayout" Target="../slideLayouts/slideLayout87.xml"/><Relationship Id="rId24" Type="http://schemas.openxmlformats.org/officeDocument/2006/relationships/slideLayout" Target="../slideLayouts/slideLayout82.xml"/><Relationship Id="rId40" Type="http://schemas.openxmlformats.org/officeDocument/2006/relationships/tags" Target="../tags/tag256.xml"/><Relationship Id="rId45" Type="http://schemas.openxmlformats.org/officeDocument/2006/relationships/tags" Target="../tags/tag261.xml"/><Relationship Id="rId66" Type="http://schemas.openxmlformats.org/officeDocument/2006/relationships/tags" Target="../tags/tag282.xml"/><Relationship Id="rId87" Type="http://schemas.openxmlformats.org/officeDocument/2006/relationships/tags" Target="../tags/tag303.xml"/><Relationship Id="rId110" Type="http://schemas.openxmlformats.org/officeDocument/2006/relationships/tags" Target="../tags/tag326.xml"/><Relationship Id="rId115" Type="http://schemas.openxmlformats.org/officeDocument/2006/relationships/tags" Target="../tags/tag331.xml"/><Relationship Id="rId131" Type="http://schemas.openxmlformats.org/officeDocument/2006/relationships/tags" Target="../tags/tag347.xml"/><Relationship Id="rId136" Type="http://schemas.openxmlformats.org/officeDocument/2006/relationships/tags" Target="../tags/tag352.xml"/><Relationship Id="rId61" Type="http://schemas.openxmlformats.org/officeDocument/2006/relationships/tags" Target="../tags/tag277.xml"/><Relationship Id="rId82" Type="http://schemas.openxmlformats.org/officeDocument/2006/relationships/tags" Target="../tags/tag298.xml"/><Relationship Id="rId152" Type="http://schemas.openxmlformats.org/officeDocument/2006/relationships/tags" Target="../tags/tag368.xml"/><Relationship Id="rId19" Type="http://schemas.openxmlformats.org/officeDocument/2006/relationships/slideLayout" Target="../slideLayouts/slideLayout77.xml"/><Relationship Id="rId14" Type="http://schemas.openxmlformats.org/officeDocument/2006/relationships/slideLayout" Target="../slideLayouts/slideLayout72.xml"/><Relationship Id="rId30" Type="http://schemas.openxmlformats.org/officeDocument/2006/relationships/theme" Target="../theme/theme3.xml"/><Relationship Id="rId35" Type="http://schemas.openxmlformats.org/officeDocument/2006/relationships/tags" Target="../tags/tag251.xml"/><Relationship Id="rId56" Type="http://schemas.openxmlformats.org/officeDocument/2006/relationships/tags" Target="../tags/tag272.xml"/><Relationship Id="rId77" Type="http://schemas.openxmlformats.org/officeDocument/2006/relationships/tags" Target="../tags/tag293.xml"/><Relationship Id="rId100" Type="http://schemas.openxmlformats.org/officeDocument/2006/relationships/tags" Target="../tags/tag316.xml"/><Relationship Id="rId105" Type="http://schemas.openxmlformats.org/officeDocument/2006/relationships/tags" Target="../tags/tag321.xml"/><Relationship Id="rId126" Type="http://schemas.openxmlformats.org/officeDocument/2006/relationships/tags" Target="../tags/tag342.xml"/><Relationship Id="rId147" Type="http://schemas.openxmlformats.org/officeDocument/2006/relationships/tags" Target="../tags/tag363.xml"/><Relationship Id="rId8" Type="http://schemas.openxmlformats.org/officeDocument/2006/relationships/slideLayout" Target="../slideLayouts/slideLayout66.xml"/><Relationship Id="rId51" Type="http://schemas.openxmlformats.org/officeDocument/2006/relationships/tags" Target="../tags/tag267.xml"/><Relationship Id="rId72" Type="http://schemas.openxmlformats.org/officeDocument/2006/relationships/tags" Target="../tags/tag288.xml"/><Relationship Id="rId93" Type="http://schemas.openxmlformats.org/officeDocument/2006/relationships/tags" Target="../tags/tag309.xml"/><Relationship Id="rId98" Type="http://schemas.openxmlformats.org/officeDocument/2006/relationships/tags" Target="../tags/tag314.xml"/><Relationship Id="rId121" Type="http://schemas.openxmlformats.org/officeDocument/2006/relationships/tags" Target="../tags/tag337.xml"/><Relationship Id="rId142" Type="http://schemas.openxmlformats.org/officeDocument/2006/relationships/tags" Target="../tags/tag358.xml"/><Relationship Id="rId3" Type="http://schemas.openxmlformats.org/officeDocument/2006/relationships/slideLayout" Target="../slideLayouts/slideLayout61.xml"/><Relationship Id="rId25" Type="http://schemas.openxmlformats.org/officeDocument/2006/relationships/slideLayout" Target="../slideLayouts/slideLayout83.xml"/><Relationship Id="rId46" Type="http://schemas.openxmlformats.org/officeDocument/2006/relationships/tags" Target="../tags/tag262.xml"/><Relationship Id="rId67" Type="http://schemas.openxmlformats.org/officeDocument/2006/relationships/tags" Target="../tags/tag283.xml"/><Relationship Id="rId116" Type="http://schemas.openxmlformats.org/officeDocument/2006/relationships/tags" Target="../tags/tag332.xml"/><Relationship Id="rId137" Type="http://schemas.openxmlformats.org/officeDocument/2006/relationships/tags" Target="../tags/tag353.xml"/><Relationship Id="rId20" Type="http://schemas.openxmlformats.org/officeDocument/2006/relationships/slideLayout" Target="../slideLayouts/slideLayout78.xml"/><Relationship Id="rId41" Type="http://schemas.openxmlformats.org/officeDocument/2006/relationships/tags" Target="../tags/tag257.xml"/><Relationship Id="rId62" Type="http://schemas.openxmlformats.org/officeDocument/2006/relationships/tags" Target="../tags/tag278.xml"/><Relationship Id="rId83" Type="http://schemas.openxmlformats.org/officeDocument/2006/relationships/tags" Target="../tags/tag299.xml"/><Relationship Id="rId88" Type="http://schemas.openxmlformats.org/officeDocument/2006/relationships/tags" Target="../tags/tag304.xml"/><Relationship Id="rId111" Type="http://schemas.openxmlformats.org/officeDocument/2006/relationships/tags" Target="../tags/tag327.xml"/><Relationship Id="rId132" Type="http://schemas.openxmlformats.org/officeDocument/2006/relationships/tags" Target="../tags/tag348.xml"/><Relationship Id="rId153" Type="http://schemas.openxmlformats.org/officeDocument/2006/relationships/tags" Target="../tags/tag369.xml"/><Relationship Id="rId15" Type="http://schemas.openxmlformats.org/officeDocument/2006/relationships/slideLayout" Target="../slideLayouts/slideLayout73.xml"/><Relationship Id="rId36" Type="http://schemas.openxmlformats.org/officeDocument/2006/relationships/tags" Target="../tags/tag252.xml"/><Relationship Id="rId57" Type="http://schemas.openxmlformats.org/officeDocument/2006/relationships/tags" Target="../tags/tag273.xml"/><Relationship Id="rId106" Type="http://schemas.openxmlformats.org/officeDocument/2006/relationships/tags" Target="../tags/tag322.xml"/><Relationship Id="rId127" Type="http://schemas.openxmlformats.org/officeDocument/2006/relationships/tags" Target="../tags/tag343.xml"/><Relationship Id="rId10" Type="http://schemas.openxmlformats.org/officeDocument/2006/relationships/slideLayout" Target="../slideLayouts/slideLayout68.xml"/><Relationship Id="rId31" Type="http://schemas.openxmlformats.org/officeDocument/2006/relationships/tags" Target="../tags/tag247.xml"/><Relationship Id="rId52" Type="http://schemas.openxmlformats.org/officeDocument/2006/relationships/tags" Target="../tags/tag268.xml"/><Relationship Id="rId73" Type="http://schemas.openxmlformats.org/officeDocument/2006/relationships/tags" Target="../tags/tag289.xml"/><Relationship Id="rId78" Type="http://schemas.openxmlformats.org/officeDocument/2006/relationships/tags" Target="../tags/tag294.xml"/><Relationship Id="rId94" Type="http://schemas.openxmlformats.org/officeDocument/2006/relationships/tags" Target="../tags/tag310.xml"/><Relationship Id="rId99" Type="http://schemas.openxmlformats.org/officeDocument/2006/relationships/tags" Target="../tags/tag315.xml"/><Relationship Id="rId101" Type="http://schemas.openxmlformats.org/officeDocument/2006/relationships/tags" Target="../tags/tag317.xml"/><Relationship Id="rId122" Type="http://schemas.openxmlformats.org/officeDocument/2006/relationships/tags" Target="../tags/tag338.xml"/><Relationship Id="rId143" Type="http://schemas.openxmlformats.org/officeDocument/2006/relationships/tags" Target="../tags/tag359.xml"/><Relationship Id="rId148" Type="http://schemas.openxmlformats.org/officeDocument/2006/relationships/tags" Target="../tags/tag364.xml"/><Relationship Id="rId4" Type="http://schemas.openxmlformats.org/officeDocument/2006/relationships/slideLayout" Target="../slideLayouts/slideLayout62.xml"/><Relationship Id="rId9" Type="http://schemas.openxmlformats.org/officeDocument/2006/relationships/slideLayout" Target="../slideLayouts/slideLayout67.xml"/><Relationship Id="rId26" Type="http://schemas.openxmlformats.org/officeDocument/2006/relationships/slideLayout" Target="../slideLayouts/slideLayout84.xml"/><Relationship Id="rId47" Type="http://schemas.openxmlformats.org/officeDocument/2006/relationships/tags" Target="../tags/tag263.xml"/><Relationship Id="rId68" Type="http://schemas.openxmlformats.org/officeDocument/2006/relationships/tags" Target="../tags/tag284.xml"/><Relationship Id="rId89" Type="http://schemas.openxmlformats.org/officeDocument/2006/relationships/tags" Target="../tags/tag305.xml"/><Relationship Id="rId112" Type="http://schemas.openxmlformats.org/officeDocument/2006/relationships/tags" Target="../tags/tag328.xml"/><Relationship Id="rId133" Type="http://schemas.openxmlformats.org/officeDocument/2006/relationships/tags" Target="../tags/tag349.xml"/><Relationship Id="rId16" Type="http://schemas.openxmlformats.org/officeDocument/2006/relationships/slideLayout" Target="../slideLayouts/slideLayout74.xml"/><Relationship Id="rId37" Type="http://schemas.openxmlformats.org/officeDocument/2006/relationships/tags" Target="../tags/tag253.xml"/><Relationship Id="rId58" Type="http://schemas.openxmlformats.org/officeDocument/2006/relationships/tags" Target="../tags/tag274.xml"/><Relationship Id="rId79" Type="http://schemas.openxmlformats.org/officeDocument/2006/relationships/tags" Target="../tags/tag295.xml"/><Relationship Id="rId102" Type="http://schemas.openxmlformats.org/officeDocument/2006/relationships/tags" Target="../tags/tag318.xml"/><Relationship Id="rId123" Type="http://schemas.openxmlformats.org/officeDocument/2006/relationships/tags" Target="../tags/tag339.xml"/><Relationship Id="rId144" Type="http://schemas.openxmlformats.org/officeDocument/2006/relationships/tags" Target="../tags/tag360.xml"/><Relationship Id="rId90" Type="http://schemas.openxmlformats.org/officeDocument/2006/relationships/tags" Target="../tags/tag30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4" name="Slide number"/>
          <p:cNvSpPr txBox="1"/>
          <p:nvPr userDrawn="1"/>
        </p:nvSpPr>
        <p:spPr bwMode="black">
          <a:xfrm>
            <a:off x="11543201" y="6536754"/>
            <a:ext cx="144232"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3f0b8b37-260a-4498-93b8-315483b1dcd9&quot;}}">
            <a:extLst>
              <a:ext uri="{FF2B5EF4-FFF2-40B4-BE49-F238E27FC236}">
                <a16:creationId xmlns:a16="http://schemas.microsoft.com/office/drawing/2014/main" id="{539D88F9-B48F-F143-B90F-EDFB85A350E8}"/>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844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72 Brand" panose="020B0504030603020204" pitchFamily="34" charset="0"/>
                <a:ea typeface="+mn-ea"/>
                <a:cs typeface="+mn-cs"/>
              </a:rPr>
              <a:t>©2025 SAP SE or an SAP affiliate company. All rights reserved.  PUBLIC</a:t>
            </a:r>
            <a:endParaRPr kumimoji="0" lang="en-US" sz="600" b="0" i="0" u="none" strike="noStrike" kern="0" cap="none" spc="0" normalizeH="0" baseline="0" noProof="0">
              <a:ln>
                <a:noFill/>
              </a:ln>
              <a:solidFill>
                <a:srgbClr val="000000"/>
              </a:solidFill>
              <a:effectLst/>
              <a:uLnTx/>
              <a:uFillTx/>
              <a:latin typeface="72 Brand" panose="020B0504030603020204" pitchFamily="34" charset="0"/>
              <a:ea typeface="Arial Unicode MS"/>
              <a:cs typeface="Arial Unicode MS" pitchFamily="34" charset="-128"/>
              <a:sym typeface="Arial"/>
            </a:endParaRPr>
          </a:p>
        </p:txBody>
      </p:sp>
      <p:sp>
        <p:nvSpPr>
          <p:cNvPr id="3" name="Text Placeholder"/>
          <p:cNvSpPr>
            <a:spLocks noGrp="1"/>
          </p:cNvSpPr>
          <p:nvPr userDrawn="1">
            <p:ph type="body" idx="1"/>
          </p:nvPr>
        </p:nvSpPr>
        <p:spPr bwMode="black">
          <a:xfrm>
            <a:off x="503870" y="1548560"/>
            <a:ext cx="11183564" cy="4788000"/>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3870" y="504002"/>
            <a:ext cx="11183564" cy="430887"/>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1"/>
            </p:custDataLst>
          </p:nvPr>
        </p:nvGrpSpPr>
        <p:grpSpPr>
          <a:xfrm>
            <a:off x="3937774" y="3978000"/>
            <a:ext cx="1024611"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2"/>
            </p:custDataLst>
          </p:nvPr>
        </p:nvGrpSpPr>
        <p:grpSpPr>
          <a:xfrm>
            <a:off x="5390102" y="3978000"/>
            <a:ext cx="1024611"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3"/>
            </p:custDataLst>
          </p:nvPr>
        </p:nvGrpSpPr>
        <p:grpSpPr>
          <a:xfrm>
            <a:off x="6842432" y="3978000"/>
            <a:ext cx="1024611"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9"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4"/>
            </p:custDataLst>
          </p:nvPr>
        </p:nvGrpSpPr>
        <p:grpSpPr>
          <a:xfrm>
            <a:off x="8294763" y="3978000"/>
            <a:ext cx="1024611"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5"/>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2099"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2099"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107" y="5984671"/>
            <a:ext cx="10185556"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72 Brand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0875" y="1097679"/>
            <a:ext cx="2478456" cy="1277432"/>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a:p>
            <a:pPr marL="0" marR="0" lvl="0" indent="0" defTabSz="91412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72 Brand" panose="020B0504030603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0875" y="1097671"/>
            <a:ext cx="2478456" cy="1277440"/>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5885" y="2819465"/>
            <a:ext cx="6360233" cy="1219077"/>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r>
              <a:rPr kumimoji="0" lang="en-US" sz="8797" b="0" i="0" u="none" strike="noStrike" kern="0" cap="none" spc="0" normalizeH="0" baseline="0" noProof="0">
                <a:ln>
                  <a:noFill/>
                </a:ln>
                <a:solidFill>
                  <a:schemeClr val="tx2"/>
                </a:solidFill>
                <a:effectLst/>
                <a:uLnTx/>
                <a:uFillTx/>
                <a:latin typeface="72 Brand" panose="020B0504030603020204" pitchFamily="34" charset="0"/>
                <a:ea typeface="72 Brand" pitchFamily="34" charset="-128"/>
                <a:cs typeface="72 Brand" pitchFamily="34" charset="-128"/>
              </a:rPr>
              <a:t>DRAFT</a:t>
            </a:r>
          </a:p>
        </p:txBody>
      </p:sp>
    </p:spTree>
    <p:extLst>
      <p:ext uri="{BB962C8B-B14F-4D97-AF65-F5344CB8AC3E}">
        <p14:creationId xmlns:p14="http://schemas.microsoft.com/office/powerpoint/2010/main" val="25608351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hf hdr="0" ftr="0" dt="0"/>
  <p:txStyles>
    <p:titleStyle>
      <a:lvl1pPr algn="l" defTabSz="1088231" rtl="0" eaLnBrk="1" latinLnBrk="0" hangingPunct="1">
        <a:spcBef>
          <a:spcPct val="0"/>
        </a:spcBef>
        <a:buNone/>
        <a:defRPr sz="2799" b="0" i="0" kern="1200" baseline="0">
          <a:solidFill>
            <a:schemeClr val="tx1"/>
          </a:solidFill>
          <a:latin typeface="72 Brand Medium" panose="020B0504030603020204" pitchFamily="34" charset="0"/>
          <a:ea typeface="+mj-ea"/>
          <a:cs typeface="+mj-cs"/>
        </a:defRPr>
      </a:lvl1pPr>
    </p:titleStyle>
    <p:bodyStyle>
      <a:lvl1pPr marL="0" indent="0" algn="l" defTabSz="1088231" rtl="0" eaLnBrk="1" latinLnBrk="0" hangingPunct="1">
        <a:spcBef>
          <a:spcPts val="1799"/>
        </a:spcBef>
        <a:buClrTx/>
        <a:buSzPct val="80000"/>
        <a:buFont typeface="72 Brand" panose="02000000000000000000" pitchFamily="2" charset="0"/>
        <a:buChar char="​"/>
        <a:defRPr sz="1999" b="0" i="0" kern="1200">
          <a:solidFill>
            <a:schemeClr val="tx1"/>
          </a:solidFill>
          <a:latin typeface="+mn-lt"/>
          <a:ea typeface="+mn-ea"/>
          <a:cs typeface="+mn-cs"/>
        </a:defRPr>
      </a:lvl1pPr>
      <a:lvl2pPr marL="179910" indent="-179910" algn="l" defTabSz="1088231" rtl="0" eaLnBrk="1" latinLnBrk="0" hangingPunct="1">
        <a:spcBef>
          <a:spcPts val="600"/>
        </a:spcBef>
        <a:buClr>
          <a:schemeClr val="tx1"/>
        </a:buClr>
        <a:buSzPct val="100000"/>
        <a:buFont typeface="Arial" panose="020B0604020202020204" pitchFamily="34" charset="0"/>
        <a:buChar char="•"/>
        <a:defRPr sz="1799" b="0" i="0" kern="1200">
          <a:solidFill>
            <a:schemeClr val="tx1"/>
          </a:solidFill>
          <a:latin typeface="+mn-lt"/>
          <a:ea typeface="+mn-ea"/>
          <a:cs typeface="+mn-cs"/>
        </a:defRPr>
      </a:lvl2pPr>
      <a:lvl3pPr marL="358667" indent="-179334" algn="l" defTabSz="1088231" rtl="0" eaLnBrk="1" latinLnBrk="0" hangingPunct="1">
        <a:spcBef>
          <a:spcPts val="300"/>
        </a:spcBef>
        <a:buClr>
          <a:schemeClr val="tx1"/>
        </a:buClr>
        <a:buSzPct val="100000"/>
        <a:buFont typeface="Arial" panose="020B0604020202020204" pitchFamily="34" charset="0"/>
        <a:buChar char="–"/>
        <a:defRPr lang="en-US" sz="1799" b="0" i="0" kern="1200" noProof="0" dirty="0" smtClean="0">
          <a:solidFill>
            <a:schemeClr val="tx1"/>
          </a:solidFill>
          <a:latin typeface="+mn-lt"/>
          <a:ea typeface="+mn-ea"/>
          <a:cs typeface="+mn-cs"/>
        </a:defRPr>
      </a:lvl3pPr>
      <a:lvl4pPr marL="539730" indent="-179910" algn="l" defTabSz="1088231"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640" indent="-179910" algn="l" defTabSz="1088231"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1" y="0"/>
            <a:ext cx="12192000" cy="6858000"/>
          </a:xfrm>
          <a:prstGeom prst="rect">
            <a:avLst/>
          </a:prstGeom>
          <a:solidFill>
            <a:schemeClr val="bg1"/>
          </a:solidFill>
          <a:ln w="15238" cap="flat">
            <a:noFill/>
            <a:prstDash val="solid"/>
            <a:miter/>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endParaRPr kumimoji="0" lang="en-US" sz="1798"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4" name="Slide number"/>
          <p:cNvSpPr txBox="1"/>
          <p:nvPr userDrawn="1"/>
        </p:nvSpPr>
        <p:spPr bwMode="black">
          <a:xfrm>
            <a:off x="11543201" y="6536756"/>
            <a:ext cx="144232"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3f0b8b37-260a-4498-93b8-315483b1dcd9&quot;}}">
            <a:extLst>
              <a:ext uri="{FF2B5EF4-FFF2-40B4-BE49-F238E27FC236}">
                <a16:creationId xmlns:a16="http://schemas.microsoft.com/office/drawing/2014/main" id="{539D88F9-B48F-F143-B90F-EDFB85A350E8}"/>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812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72 Brand" panose="020B0504030603020204" pitchFamily="34" charset="0"/>
                <a:ea typeface="+mn-ea"/>
                <a:cs typeface="+mn-cs"/>
              </a:rPr>
              <a:t>©2025 SAP SE or an SAP affiliate company. All rights reserved.  PUBLIC</a:t>
            </a:r>
            <a:endParaRPr kumimoji="0" lang="en-US" sz="600" b="0" i="0" u="none" strike="noStrike" kern="0" cap="none" spc="0" normalizeH="0" baseline="0" noProof="0">
              <a:ln>
                <a:noFill/>
              </a:ln>
              <a:solidFill>
                <a:srgbClr val="000000"/>
              </a:solidFill>
              <a:effectLst/>
              <a:uLnTx/>
              <a:uFillTx/>
              <a:latin typeface="72 Brand" panose="020B0504030603020204" pitchFamily="34" charset="0"/>
              <a:ea typeface="Arial Unicode MS"/>
              <a:cs typeface="Arial Unicode MS" pitchFamily="34" charset="-128"/>
              <a:sym typeface="Arial"/>
            </a:endParaRPr>
          </a:p>
        </p:txBody>
      </p:sp>
      <p:sp>
        <p:nvSpPr>
          <p:cNvPr id="3" name="Text Placeholder"/>
          <p:cNvSpPr>
            <a:spLocks noGrp="1"/>
          </p:cNvSpPr>
          <p:nvPr userDrawn="1">
            <p:ph type="body" idx="1"/>
          </p:nvPr>
        </p:nvSpPr>
        <p:spPr bwMode="black">
          <a:xfrm>
            <a:off x="503870" y="1548560"/>
            <a:ext cx="11183564" cy="4788000"/>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3870" y="504003"/>
            <a:ext cx="11183564" cy="430887"/>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1"/>
            </p:custDataLst>
          </p:nvPr>
        </p:nvGrpSpPr>
        <p:grpSpPr>
          <a:xfrm>
            <a:off x="3937774" y="3978000"/>
            <a:ext cx="1024611"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2"/>
            </p:custDataLst>
          </p:nvPr>
        </p:nvGrpSpPr>
        <p:grpSpPr>
          <a:xfrm>
            <a:off x="5390103" y="3978000"/>
            <a:ext cx="1024611"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3"/>
            </p:custDataLst>
          </p:nvPr>
        </p:nvGrpSpPr>
        <p:grpSpPr>
          <a:xfrm>
            <a:off x="6842433" y="3978000"/>
            <a:ext cx="1024611"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98"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4"/>
            </p:custDataLst>
          </p:nvPr>
        </p:nvGrpSpPr>
        <p:grpSpPr>
          <a:xfrm>
            <a:off x="8294763" y="3978000"/>
            <a:ext cx="1024611"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5"/>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2098"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2098"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107" y="5984673"/>
            <a:ext cx="10185556"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150" tIns="46532" rIns="89487" bIns="46532" rtlCol="0" anchor="ctr"/>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72 Brand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150" tIns="46532" rIns="89487" bIns="46532" rtlCol="0" anchor="ctr"/>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150" tIns="46532" rIns="89487" bIns="46532" rtlCol="0" anchor="ctr"/>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150" tIns="46532" rIns="89487" bIns="46532" rtlCol="0" anchor="ctr"/>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150" tIns="46532" rIns="89487" bIns="46532" rtlCol="0" anchor="ctr"/>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68484" y="896921"/>
            <a:ext cx="2123517" cy="295649"/>
          </a:xfrm>
          <a:prstGeom prst="rect">
            <a:avLst/>
          </a:prstGeom>
          <a:solidFill>
            <a:schemeClr val="accent6">
              <a:lumMod val="60000"/>
              <a:lumOff val="40000"/>
            </a:schemeClr>
          </a:solidFill>
          <a:ln w="19050" cap="flat" cmpd="sng" algn="ctr">
            <a:noFill/>
            <a:prstDash val="solid"/>
          </a:ln>
          <a:effectLst/>
        </p:spPr>
        <p:txBody>
          <a:bodyPr lIns="322150" tIns="46532" rIns="89487" bIns="46532" rtlCol="0" anchor="ctr"/>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0876" y="1097679"/>
            <a:ext cx="2478456" cy="1277432"/>
          </a:xfrm>
          <a:prstGeom prst="wedgeRectCallout">
            <a:avLst/>
          </a:prstGeom>
          <a:solidFill>
            <a:srgbClr val="FFFF00"/>
          </a:solidFill>
          <a:ln w="12700" cap="flat" cmpd="sng" algn="ctr">
            <a:solidFill>
              <a:srgbClr val="000000"/>
            </a:solidFill>
            <a:prstDash val="solid"/>
            <a:miter lim="800000"/>
          </a:ln>
          <a:effectLst/>
        </p:spPr>
        <p:txBody>
          <a:bodyPr lIns="143178" tIns="143178" rIns="143178" bIns="143178" rtlCol="0" anchor="t"/>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a:p>
            <a:pPr marL="0" marR="0" lvl="0" indent="0" defTabSz="913852"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72 Brand" panose="020B0504030603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0876" y="1097671"/>
            <a:ext cx="2478456" cy="1277440"/>
          </a:xfrm>
          <a:prstGeom prst="wedgeRectCallout">
            <a:avLst/>
          </a:prstGeom>
          <a:solidFill>
            <a:srgbClr val="FFFF00"/>
          </a:solidFill>
          <a:ln w="12700" cap="flat" cmpd="sng" algn="ctr">
            <a:solidFill>
              <a:srgbClr val="000000"/>
            </a:solidFill>
            <a:prstDash val="solid"/>
            <a:miter lim="800000"/>
          </a:ln>
          <a:effectLst/>
        </p:spPr>
        <p:txBody>
          <a:bodyPr lIns="143178" tIns="143178" rIns="143178" bIns="143178" rtlCol="0" anchor="t"/>
          <a:lstStyle/>
          <a:p>
            <a:pPr marL="0" marR="0" lvl="0" indent="0" defTabSz="913852"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5886" y="2819465"/>
            <a:ext cx="6360233" cy="1219077"/>
          </a:xfrm>
          <a:prstGeom prst="rect">
            <a:avLst/>
          </a:prstGeom>
          <a:noFill/>
          <a:ln w="25400" algn="ctr">
            <a:noFill/>
            <a:miter lim="800000"/>
            <a:headEnd/>
            <a:tailEnd/>
          </a:ln>
        </p:spPr>
        <p:txBody>
          <a:bodyPr lIns="89954" tIns="71962" rIns="89954" bIns="71962" rtlCol="0" anchor="ctr"/>
          <a:lstStyle/>
          <a:p>
            <a:pPr marR="0" algn="ctr" defTabSz="913852" eaLnBrk="1" fontAlgn="base" latinLnBrk="0" hangingPunct="1">
              <a:lnSpc>
                <a:spcPct val="100000"/>
              </a:lnSpc>
              <a:spcBef>
                <a:spcPct val="50000"/>
              </a:spcBef>
              <a:spcAft>
                <a:spcPct val="0"/>
              </a:spcAft>
              <a:buClr>
                <a:srgbClr val="F0AB00"/>
              </a:buClr>
              <a:buSzPct val="80000"/>
              <a:tabLst/>
            </a:pPr>
            <a:r>
              <a:rPr kumimoji="0" lang="en-US" sz="8794" b="0" i="0" u="none" strike="noStrike" kern="0" cap="none" spc="0" normalizeH="0" baseline="0" noProof="0">
                <a:ln>
                  <a:noFill/>
                </a:ln>
                <a:solidFill>
                  <a:schemeClr val="tx2"/>
                </a:solidFill>
                <a:effectLst/>
                <a:uLnTx/>
                <a:uFillTx/>
                <a:latin typeface="72 Brand" panose="020B0504030603020204" pitchFamily="34" charset="0"/>
                <a:ea typeface="72 Brand" pitchFamily="34" charset="-128"/>
                <a:cs typeface="72 Brand" pitchFamily="34" charset="-128"/>
              </a:rPr>
              <a:t>DRAFT</a:t>
            </a:r>
          </a:p>
        </p:txBody>
      </p:sp>
    </p:spTree>
    <p:extLst>
      <p:ext uri="{BB962C8B-B14F-4D97-AF65-F5344CB8AC3E}">
        <p14:creationId xmlns:p14="http://schemas.microsoft.com/office/powerpoint/2010/main" val="91616241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Lst>
  <p:hf hdr="0" ftr="0" dt="0"/>
  <p:txStyles>
    <p:titleStyle>
      <a:lvl1pPr algn="l" defTabSz="1087905" rtl="0" eaLnBrk="1" latinLnBrk="0" hangingPunct="1">
        <a:spcBef>
          <a:spcPct val="0"/>
        </a:spcBef>
        <a:buNone/>
        <a:defRPr sz="2798" b="0" i="0" kern="1200" baseline="0">
          <a:solidFill>
            <a:schemeClr val="tx1"/>
          </a:solidFill>
          <a:latin typeface="72 Brand Medium" panose="020B0504030603020204" pitchFamily="34" charset="0"/>
          <a:ea typeface="+mj-ea"/>
          <a:cs typeface="+mj-cs"/>
        </a:defRPr>
      </a:lvl1pPr>
    </p:titleStyle>
    <p:bodyStyle>
      <a:lvl1pPr marL="0" indent="0" algn="l" defTabSz="1087905" rtl="0" eaLnBrk="1" latinLnBrk="0" hangingPunct="1">
        <a:spcBef>
          <a:spcPts val="1798"/>
        </a:spcBef>
        <a:buClrTx/>
        <a:buSzPct val="80000"/>
        <a:buFont typeface="72 Brand" panose="02000000000000000000" pitchFamily="2" charset="0"/>
        <a:buChar char="​"/>
        <a:defRPr sz="1998" b="0" i="0" kern="1200">
          <a:solidFill>
            <a:schemeClr val="tx1"/>
          </a:solidFill>
          <a:latin typeface="+mn-lt"/>
          <a:ea typeface="+mn-ea"/>
          <a:cs typeface="+mn-cs"/>
        </a:defRPr>
      </a:lvl1pPr>
      <a:lvl2pPr marL="179856" indent="-179856" algn="l" defTabSz="1087905" rtl="0" eaLnBrk="1" latinLnBrk="0" hangingPunct="1">
        <a:spcBef>
          <a:spcPts val="600"/>
        </a:spcBef>
        <a:buClr>
          <a:schemeClr val="tx1"/>
        </a:buClr>
        <a:buSzPct val="100000"/>
        <a:buFont typeface="Arial" panose="020B0604020202020204" pitchFamily="34" charset="0"/>
        <a:buChar char="•"/>
        <a:defRPr sz="1798" b="0" i="0" kern="1200">
          <a:solidFill>
            <a:schemeClr val="tx1"/>
          </a:solidFill>
          <a:latin typeface="+mn-lt"/>
          <a:ea typeface="+mn-ea"/>
          <a:cs typeface="+mn-cs"/>
        </a:defRPr>
      </a:lvl2pPr>
      <a:lvl3pPr marL="358559" indent="-179280" algn="l" defTabSz="1087905" rtl="0" eaLnBrk="1" latinLnBrk="0" hangingPunct="1">
        <a:spcBef>
          <a:spcPts val="300"/>
        </a:spcBef>
        <a:buClr>
          <a:schemeClr val="tx1"/>
        </a:buClr>
        <a:buSzPct val="100000"/>
        <a:buFont typeface="Arial" panose="020B0604020202020204" pitchFamily="34" charset="0"/>
        <a:buChar char="–"/>
        <a:defRPr lang="en-US" sz="1798" b="0" i="0" kern="1200" noProof="0" dirty="0" smtClean="0">
          <a:solidFill>
            <a:schemeClr val="tx1"/>
          </a:solidFill>
          <a:latin typeface="+mn-lt"/>
          <a:ea typeface="+mn-ea"/>
          <a:cs typeface="+mn-cs"/>
        </a:defRPr>
      </a:lvl3pPr>
      <a:lvl4pPr marL="539568" indent="-179856" algn="l" defTabSz="1087905"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424" indent="-179856" algn="l" defTabSz="1087905"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1739" indent="-271976" algn="l" defTabSz="1087905" rtl="0" eaLnBrk="1" latinLnBrk="0" hangingPunct="1">
        <a:spcBef>
          <a:spcPct val="20000"/>
        </a:spcBef>
        <a:buFont typeface="Arial" pitchFamily="34" charset="0"/>
        <a:buChar char="•"/>
        <a:defRPr sz="2398" kern="1200">
          <a:solidFill>
            <a:schemeClr val="tx1"/>
          </a:solidFill>
          <a:latin typeface="+mn-lt"/>
          <a:ea typeface="+mn-ea"/>
          <a:cs typeface="+mn-cs"/>
        </a:defRPr>
      </a:lvl6pPr>
      <a:lvl7pPr marL="3535692" indent="-271976" algn="l" defTabSz="1087905" rtl="0" eaLnBrk="1" latinLnBrk="0" hangingPunct="1">
        <a:spcBef>
          <a:spcPct val="20000"/>
        </a:spcBef>
        <a:buFont typeface="Arial" pitchFamily="34" charset="0"/>
        <a:buChar char="•"/>
        <a:defRPr sz="2398" kern="1200">
          <a:solidFill>
            <a:schemeClr val="tx1"/>
          </a:solidFill>
          <a:latin typeface="+mn-lt"/>
          <a:ea typeface="+mn-ea"/>
          <a:cs typeface="+mn-cs"/>
        </a:defRPr>
      </a:lvl7pPr>
      <a:lvl8pPr marL="4079644" indent="-271976" algn="l" defTabSz="1087905" rtl="0" eaLnBrk="1" latinLnBrk="0" hangingPunct="1">
        <a:spcBef>
          <a:spcPct val="20000"/>
        </a:spcBef>
        <a:buFont typeface="Arial" pitchFamily="34" charset="0"/>
        <a:buChar char="•"/>
        <a:defRPr sz="2398" kern="1200">
          <a:solidFill>
            <a:schemeClr val="tx1"/>
          </a:solidFill>
          <a:latin typeface="+mn-lt"/>
          <a:ea typeface="+mn-ea"/>
          <a:cs typeface="+mn-cs"/>
        </a:defRPr>
      </a:lvl8pPr>
      <a:lvl9pPr marL="4623598" indent="-271976" algn="l" defTabSz="1087905" rtl="0" eaLnBrk="1" latinLnBrk="0" hangingPunct="1">
        <a:spcBef>
          <a:spcPct val="20000"/>
        </a:spcBef>
        <a:buFont typeface="Arial" pitchFamily="34" charset="0"/>
        <a:buChar char="•"/>
        <a:defRPr sz="2398" kern="1200">
          <a:solidFill>
            <a:schemeClr val="tx1"/>
          </a:solidFill>
          <a:latin typeface="+mn-lt"/>
          <a:ea typeface="+mn-ea"/>
          <a:cs typeface="+mn-cs"/>
        </a:defRPr>
      </a:lvl9pPr>
    </p:bodyStyle>
    <p:otherStyle>
      <a:defPPr>
        <a:defRPr lang="de-DE"/>
      </a:defPPr>
      <a:lvl1pPr marL="0" algn="l" defTabSz="1087905" rtl="0" eaLnBrk="1" latinLnBrk="0" hangingPunct="1">
        <a:defRPr sz="2098" kern="1200">
          <a:solidFill>
            <a:schemeClr val="tx1"/>
          </a:solidFill>
          <a:latin typeface="+mn-lt"/>
          <a:ea typeface="+mn-ea"/>
          <a:cs typeface="+mn-cs"/>
        </a:defRPr>
      </a:lvl1pPr>
      <a:lvl2pPr marL="543953" algn="l" defTabSz="1087905" rtl="0" eaLnBrk="1" latinLnBrk="0" hangingPunct="1">
        <a:defRPr sz="2098" kern="1200">
          <a:solidFill>
            <a:schemeClr val="tx1"/>
          </a:solidFill>
          <a:latin typeface="+mn-lt"/>
          <a:ea typeface="+mn-ea"/>
          <a:cs typeface="+mn-cs"/>
        </a:defRPr>
      </a:lvl2pPr>
      <a:lvl3pPr marL="1087905" algn="l" defTabSz="1087905" rtl="0" eaLnBrk="1" latinLnBrk="0" hangingPunct="1">
        <a:defRPr sz="2098" kern="1200">
          <a:solidFill>
            <a:schemeClr val="tx1"/>
          </a:solidFill>
          <a:latin typeface="+mn-lt"/>
          <a:ea typeface="+mn-ea"/>
          <a:cs typeface="+mn-cs"/>
        </a:defRPr>
      </a:lvl3pPr>
      <a:lvl4pPr marL="1631857" algn="l" defTabSz="1087905" rtl="0" eaLnBrk="1" latinLnBrk="0" hangingPunct="1">
        <a:defRPr sz="2098" kern="1200">
          <a:solidFill>
            <a:schemeClr val="tx1"/>
          </a:solidFill>
          <a:latin typeface="+mn-lt"/>
          <a:ea typeface="+mn-ea"/>
          <a:cs typeface="+mn-cs"/>
        </a:defRPr>
      </a:lvl4pPr>
      <a:lvl5pPr marL="2175810" algn="l" defTabSz="1087905" rtl="0" eaLnBrk="1" latinLnBrk="0" hangingPunct="1">
        <a:defRPr sz="2098" kern="1200">
          <a:solidFill>
            <a:schemeClr val="tx1"/>
          </a:solidFill>
          <a:latin typeface="+mn-lt"/>
          <a:ea typeface="+mn-ea"/>
          <a:cs typeface="+mn-cs"/>
        </a:defRPr>
      </a:lvl5pPr>
      <a:lvl6pPr marL="2719764" algn="l" defTabSz="1087905" rtl="0" eaLnBrk="1" latinLnBrk="0" hangingPunct="1">
        <a:defRPr sz="2098" kern="1200">
          <a:solidFill>
            <a:schemeClr val="tx1"/>
          </a:solidFill>
          <a:latin typeface="+mn-lt"/>
          <a:ea typeface="+mn-ea"/>
          <a:cs typeface="+mn-cs"/>
        </a:defRPr>
      </a:lvl6pPr>
      <a:lvl7pPr marL="3263716" algn="l" defTabSz="1087905" rtl="0" eaLnBrk="1" latinLnBrk="0" hangingPunct="1">
        <a:defRPr sz="2098" kern="1200">
          <a:solidFill>
            <a:schemeClr val="tx1"/>
          </a:solidFill>
          <a:latin typeface="+mn-lt"/>
          <a:ea typeface="+mn-ea"/>
          <a:cs typeface="+mn-cs"/>
        </a:defRPr>
      </a:lvl7pPr>
      <a:lvl8pPr marL="3807668" algn="l" defTabSz="1087905" rtl="0" eaLnBrk="1" latinLnBrk="0" hangingPunct="1">
        <a:defRPr sz="2098" kern="1200">
          <a:solidFill>
            <a:schemeClr val="tx1"/>
          </a:solidFill>
          <a:latin typeface="+mn-lt"/>
          <a:ea typeface="+mn-ea"/>
          <a:cs typeface="+mn-cs"/>
        </a:defRPr>
      </a:lvl8pPr>
      <a:lvl9pPr marL="4351621" algn="l" defTabSz="1087905" rtl="0" eaLnBrk="1" latinLnBrk="0" hangingPunct="1">
        <a:defRPr sz="209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4" name="Slide number"/>
          <p:cNvSpPr txBox="1"/>
          <p:nvPr userDrawn="1"/>
        </p:nvSpPr>
        <p:spPr bwMode="black">
          <a:xfrm>
            <a:off x="11543201" y="6536752"/>
            <a:ext cx="144232"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3f0b8b37-260a-4498-93b8-315483b1dcd9&quot;}}">
            <a:extLst>
              <a:ext uri="{FF2B5EF4-FFF2-40B4-BE49-F238E27FC236}">
                <a16:creationId xmlns:a16="http://schemas.microsoft.com/office/drawing/2014/main" id="{539D88F9-B48F-F143-B90F-EDFB85A350E8}"/>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marR="0" lvl="0" indent="0" algn="l" defTabSz="1088776"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72 Brand" panose="020B0504030603020204" pitchFamily="34" charset="0"/>
                <a:ea typeface="+mn-ea"/>
                <a:cs typeface="+mn-cs"/>
              </a:rPr>
              <a:t>©2025 SAP SE or an SAP affiliate company. All rights reserved.  PUBLIC</a:t>
            </a:r>
            <a:endParaRPr kumimoji="0" lang="en-US" sz="600" b="0" i="0" u="none" strike="noStrike" kern="0" cap="none" spc="0" normalizeH="0" baseline="0" noProof="0">
              <a:ln>
                <a:noFill/>
              </a:ln>
              <a:solidFill>
                <a:srgbClr val="000000"/>
              </a:solidFill>
              <a:effectLst/>
              <a:uLnTx/>
              <a:uFillTx/>
              <a:latin typeface="72 Brand" panose="020B0504030603020204" pitchFamily="34" charset="0"/>
              <a:ea typeface="Arial Unicode MS"/>
              <a:cs typeface="Arial Unicode MS" pitchFamily="34" charset="-128"/>
              <a:sym typeface="Arial"/>
            </a:endParaRPr>
          </a:p>
        </p:txBody>
      </p:sp>
      <p:sp>
        <p:nvSpPr>
          <p:cNvPr id="3" name="Text Placeholder"/>
          <p:cNvSpPr>
            <a:spLocks noGrp="1"/>
          </p:cNvSpPr>
          <p:nvPr userDrawn="1">
            <p:ph type="body" idx="1"/>
          </p:nvPr>
        </p:nvSpPr>
        <p:spPr bwMode="black">
          <a:xfrm>
            <a:off x="503870" y="1548560"/>
            <a:ext cx="11183564" cy="4788000"/>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3870" y="504000"/>
            <a:ext cx="11183564" cy="430887"/>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1"/>
            </p:custDataLst>
          </p:nvPr>
        </p:nvGrpSpPr>
        <p:grpSpPr>
          <a:xfrm>
            <a:off x="3937773" y="3978000"/>
            <a:ext cx="1024611"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2"/>
            </p:custDataLst>
          </p:nvPr>
        </p:nvGrpSpPr>
        <p:grpSpPr>
          <a:xfrm>
            <a:off x="5390102" y="3978000"/>
            <a:ext cx="1024611"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3"/>
            </p:custDataLst>
          </p:nvPr>
        </p:nvGrpSpPr>
        <p:grpSpPr>
          <a:xfrm>
            <a:off x="6842432" y="3978000"/>
            <a:ext cx="1024611"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4"/>
            </p:custDataLst>
          </p:nvPr>
        </p:nvGrpSpPr>
        <p:grpSpPr>
          <a:xfrm>
            <a:off x="8294762" y="3978000"/>
            <a:ext cx="1024611"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5"/>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2100"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2100"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107" y="5984669"/>
            <a:ext cx="10185556"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72 Brand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72 Brand" panose="020B0504030603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0875" y="1097679"/>
            <a:ext cx="2478456"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72 Brand" panose="020B0504030603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0875" y="1097671"/>
            <a:ext cx="2478456"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5884" y="2819463"/>
            <a:ext cx="6360233"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0" i="0" u="none" strike="noStrike" kern="0" cap="none" spc="0" normalizeH="0" baseline="0" noProof="0">
                <a:ln>
                  <a:noFill/>
                </a:ln>
                <a:solidFill>
                  <a:schemeClr val="tx2"/>
                </a:solidFill>
                <a:effectLst/>
                <a:uLnTx/>
                <a:uFillTx/>
                <a:latin typeface="72 Brand" panose="020B0504030603020204" pitchFamily="34" charset="0"/>
                <a:ea typeface="72 Brand" pitchFamily="34" charset="-128"/>
                <a:cs typeface="72 Brand" pitchFamily="34" charset="-128"/>
              </a:rPr>
              <a:t>DRAFT</a:t>
            </a:r>
          </a:p>
        </p:txBody>
      </p:sp>
    </p:spTree>
    <p:extLst>
      <p:ext uri="{BB962C8B-B14F-4D97-AF65-F5344CB8AC3E}">
        <p14:creationId xmlns:p14="http://schemas.microsoft.com/office/powerpoint/2010/main" val="355752165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Lst>
  <p:hf hdr="0" ftr="0" dt="0"/>
  <p:txStyles>
    <p:titleStyle>
      <a:lvl1pPr algn="l" defTabSz="1088558" rtl="0" eaLnBrk="1" latinLnBrk="0" hangingPunct="1">
        <a:spcBef>
          <a:spcPct val="0"/>
        </a:spcBef>
        <a:buNone/>
        <a:defRPr sz="28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5">
            <a:extLst>
              <a:ext uri="{FF2B5EF4-FFF2-40B4-BE49-F238E27FC236}">
                <a16:creationId xmlns:a16="http://schemas.microsoft.com/office/drawing/2014/main" id="{4D18797C-4405-1539-D081-736B8877267E}"/>
              </a:ext>
            </a:extLst>
          </p:cNvPr>
          <p:cNvSpPr/>
          <p:nvPr/>
        </p:nvSpPr>
        <p:spPr bwMode="gray">
          <a:xfrm>
            <a:off x="6017648" y="1700629"/>
            <a:ext cx="5351032" cy="4787900"/>
          </a:xfrm>
          <a:prstGeom prst="roundRect">
            <a:avLst>
              <a:gd name="adj" fmla="val 2312"/>
            </a:avLst>
          </a:prstGeom>
          <a:gradFill flip="none" rotWithShape="1">
            <a:gsLst>
              <a:gs pos="100000">
                <a:srgbClr val="EBF8FF"/>
              </a:gs>
              <a:gs pos="0">
                <a:schemeClr val="bg1"/>
              </a:gs>
            </a:gsLst>
            <a:lin ang="2700000" scaled="1"/>
            <a:tileRect/>
          </a:gradFill>
          <a:ln w="12700">
            <a:solidFill>
              <a:srgbClr val="A6E0FF"/>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1088776" rtl="0" eaLnBrk="1" fontAlgn="auto" latinLnBrk="0" hangingPunct="1">
              <a:lnSpc>
                <a:spcPct val="100000"/>
              </a:lnSpc>
              <a:spcBef>
                <a:spcPts val="0"/>
              </a:spcBef>
              <a:spcAft>
                <a:spcPts val="600"/>
              </a:spcAft>
              <a:buClr>
                <a:srgbClr val="89D1FF"/>
              </a:buClr>
              <a:buSzTx/>
              <a:buFontTx/>
              <a:buNone/>
              <a:tabLst/>
              <a:defRPr/>
            </a:pPr>
            <a:endParaRPr kumimoji="0" lang="en-US" sz="1800" b="0" i="0" u="none" strike="noStrike" kern="1200" cap="none" spc="0" normalizeH="0" baseline="0" noProof="0">
              <a:ln>
                <a:noFill/>
              </a:ln>
              <a:solidFill>
                <a:srgbClr val="002A86"/>
              </a:solidFill>
              <a:effectLst/>
              <a:uLnTx/>
              <a:uFillTx/>
              <a:latin typeface="72 Brand Medium"/>
              <a:ea typeface="+mn-ea"/>
              <a:cs typeface="72-Regular" panose="020B0503030000000003" pitchFamily="34" charset="0"/>
            </a:endParaRPr>
          </a:p>
        </p:txBody>
      </p:sp>
      <p:sp>
        <p:nvSpPr>
          <p:cNvPr id="15" name="Rounded Rectangle 8">
            <a:extLst>
              <a:ext uri="{FF2B5EF4-FFF2-40B4-BE49-F238E27FC236}">
                <a16:creationId xmlns:a16="http://schemas.microsoft.com/office/drawing/2014/main" id="{610F5164-5560-F7FF-4E35-5FE13321C63A}"/>
              </a:ext>
            </a:extLst>
          </p:cNvPr>
          <p:cNvSpPr/>
          <p:nvPr/>
        </p:nvSpPr>
        <p:spPr bwMode="gray">
          <a:xfrm>
            <a:off x="6390533" y="2059735"/>
            <a:ext cx="4605262" cy="657286"/>
          </a:xfrm>
          <a:prstGeom prst="roundRect">
            <a:avLst>
              <a:gd name="adj" fmla="val 8460"/>
            </a:avLst>
          </a:prstGeom>
          <a:gradFill flip="none" rotWithShape="1">
            <a:gsLst>
              <a:gs pos="100000">
                <a:srgbClr val="EBF8FF"/>
              </a:gs>
              <a:gs pos="0">
                <a:srgbClr val="FFFFFF">
                  <a:alpha val="70000"/>
                </a:srgbClr>
              </a:gs>
            </a:gsLst>
            <a:lin ang="2700000" scaled="1"/>
            <a:tileRect/>
          </a:gradFill>
          <a:ln w="12700" cap="flat" cmpd="sng" algn="ctr">
            <a:solidFill>
              <a:srgbClr val="89D1FF"/>
            </a:solidFill>
            <a:prstDash val="solid"/>
            <a:headEnd type="none" w="med" len="med"/>
            <a:tailEnd type="none" w="med" len="med"/>
          </a:ln>
          <a:effectLst/>
        </p:spPr>
        <p:txBody>
          <a:bodyPr rot="0" spcFirstLastPara="0" vertOverflow="overflow" horzOverflow="overflow" vert="horz" wrap="square" lIns="182546" tIns="72000" rIns="182546" bIns="72000"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600"/>
              </a:spcAft>
              <a:buClr>
                <a:srgbClr val="000000"/>
              </a:buClr>
              <a:buSzTx/>
              <a:buFontTx/>
              <a:buNone/>
              <a:tabLst/>
              <a:defRPr/>
            </a:pPr>
            <a:endParaRPr kumimoji="0" lang="en-CA" sz="900" b="0" i="0" u="none" strike="noStrike" kern="0" cap="none" spc="0" normalizeH="0" baseline="0" noProof="0">
              <a:ln>
                <a:noFill/>
              </a:ln>
              <a:solidFill>
                <a:srgbClr val="000000"/>
              </a:solidFill>
              <a:effectLst/>
              <a:uLnTx/>
              <a:uFillTx/>
              <a:latin typeface="72 Brand"/>
              <a:ea typeface="+mn-ea"/>
              <a:cs typeface="+mn-cs"/>
              <a:sym typeface="DM Sans"/>
            </a:endParaRPr>
          </a:p>
          <a:p>
            <a:pPr marL="0" marR="0" lvl="0" indent="0" algn="ctr" defTabSz="1219170" rtl="0" eaLnBrk="1" fontAlgn="auto" latinLnBrk="0" hangingPunct="1">
              <a:lnSpc>
                <a:spcPct val="100000"/>
              </a:lnSpc>
              <a:spcBef>
                <a:spcPts val="0"/>
              </a:spcBef>
              <a:spcAft>
                <a:spcPts val="600"/>
              </a:spcAft>
              <a:buClr>
                <a:srgbClr val="000000"/>
              </a:buClr>
              <a:buSzTx/>
              <a:buFontTx/>
              <a:buNone/>
              <a:tabLst/>
              <a:defRPr/>
            </a:pPr>
            <a:r>
              <a:rPr kumimoji="0" lang="en-CA" sz="900" b="0" i="0" u="none" strike="noStrike" kern="0" cap="none" spc="0" normalizeH="0" baseline="0" noProof="0">
                <a:ln>
                  <a:noFill/>
                </a:ln>
                <a:solidFill>
                  <a:srgbClr val="000000"/>
                </a:solidFill>
                <a:effectLst/>
                <a:uLnTx/>
                <a:uFillTx/>
                <a:latin typeface="72 Brand"/>
                <a:ea typeface="+mn-ea"/>
                <a:cs typeface="+mn-cs"/>
                <a:sym typeface="DM Sans"/>
              </a:rPr>
              <a:t>Build analytics and financial planning forecasts leveraging the predicted risk ratings—allowing you to proactively manage risks that can affect your cash flow.</a:t>
            </a:r>
            <a:endParaRPr kumimoji="0" lang="en-US" sz="900" b="0" i="0" u="none" strike="noStrike" kern="1200" cap="none" spc="0" normalizeH="0" baseline="0" noProof="0">
              <a:ln>
                <a:noFill/>
              </a:ln>
              <a:solidFill>
                <a:srgbClr val="000000"/>
              </a:solidFill>
              <a:effectLst/>
              <a:uLnTx/>
              <a:uFillTx/>
              <a:latin typeface="72 Brand"/>
              <a:ea typeface="+mn-ea"/>
              <a:cs typeface="+mn-cs"/>
            </a:endParaRPr>
          </a:p>
        </p:txBody>
      </p:sp>
      <p:sp>
        <p:nvSpPr>
          <p:cNvPr id="14" name="Rounded Rectangle 8">
            <a:extLst>
              <a:ext uri="{FF2B5EF4-FFF2-40B4-BE49-F238E27FC236}">
                <a16:creationId xmlns:a16="http://schemas.microsoft.com/office/drawing/2014/main" id="{E042EC46-8350-A3D1-C151-6301501996A0}"/>
              </a:ext>
            </a:extLst>
          </p:cNvPr>
          <p:cNvSpPr/>
          <p:nvPr/>
        </p:nvSpPr>
        <p:spPr bwMode="gray">
          <a:xfrm>
            <a:off x="6381827" y="3177854"/>
            <a:ext cx="4605262" cy="446455"/>
          </a:xfrm>
          <a:prstGeom prst="roundRect">
            <a:avLst>
              <a:gd name="adj" fmla="val 8460"/>
            </a:avLst>
          </a:prstGeom>
          <a:gradFill flip="none" rotWithShape="1">
            <a:gsLst>
              <a:gs pos="100000">
                <a:srgbClr val="EBF8FF"/>
              </a:gs>
              <a:gs pos="0">
                <a:srgbClr val="FFFFFF">
                  <a:alpha val="70000"/>
                </a:srgbClr>
              </a:gs>
            </a:gsLst>
            <a:lin ang="2700000" scaled="1"/>
            <a:tileRect/>
          </a:gradFill>
          <a:ln w="12700" cap="flat" cmpd="sng" algn="ctr">
            <a:solidFill>
              <a:srgbClr val="89D1FF"/>
            </a:solidFill>
            <a:prstDash val="solid"/>
            <a:headEnd type="none" w="med" len="med"/>
            <a:tailEnd type="none" w="med" len="med"/>
          </a:ln>
          <a:effectLst/>
        </p:spPr>
        <p:txBody>
          <a:bodyPr rot="0" spcFirstLastPara="0" vertOverflow="overflow" horzOverflow="overflow" vert="horz" wrap="square" lIns="182546" tIns="72000" rIns="182546" bIns="146038"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CA" sz="900" b="0" i="0" u="none" strike="noStrike" kern="0" cap="none" spc="0" normalizeH="0" baseline="0" noProof="0">
                <a:ln>
                  <a:noFill/>
                </a:ln>
                <a:solidFill>
                  <a:srgbClr val="000000"/>
                </a:solidFill>
                <a:effectLst/>
                <a:uLnTx/>
                <a:uFillTx/>
                <a:latin typeface="72 Brand"/>
                <a:ea typeface="+mn-ea"/>
                <a:cs typeface="+mn-cs"/>
                <a:sym typeface="DM Sans"/>
              </a:rPr>
              <a:t>Create a unified analytical model with the predicted credit risk ratings of customers and suppliers along with SAP and 3</a:t>
            </a:r>
            <a:r>
              <a:rPr kumimoji="0" lang="en-CA" sz="900" b="0" i="0" u="none" strike="noStrike" kern="0" cap="none" spc="0" normalizeH="0" baseline="30000" noProof="0">
                <a:ln>
                  <a:noFill/>
                </a:ln>
                <a:solidFill>
                  <a:srgbClr val="000000"/>
                </a:solidFill>
                <a:effectLst/>
                <a:uLnTx/>
                <a:uFillTx/>
                <a:latin typeface="72 Brand"/>
                <a:ea typeface="+mn-ea"/>
                <a:cs typeface="+mn-cs"/>
                <a:sym typeface="DM Sans"/>
              </a:rPr>
              <a:t>rd</a:t>
            </a:r>
            <a:r>
              <a:rPr kumimoji="0" lang="en-CA" sz="900" b="0" i="0" u="none" strike="noStrike" kern="0" cap="none" spc="0" normalizeH="0" baseline="0" noProof="0">
                <a:ln>
                  <a:noFill/>
                </a:ln>
                <a:solidFill>
                  <a:srgbClr val="000000"/>
                </a:solidFill>
                <a:effectLst/>
                <a:uLnTx/>
                <a:uFillTx/>
                <a:latin typeface="72 Brand"/>
                <a:ea typeface="+mn-ea"/>
                <a:cs typeface="+mn-cs"/>
                <a:sym typeface="DM Sans"/>
              </a:rPr>
              <a:t> party data.</a:t>
            </a:r>
            <a:endParaRPr kumimoji="0" lang="en-US" sz="900" b="0" i="0" u="none" strike="noStrike" kern="1200" cap="none" spc="0" normalizeH="0" baseline="0" noProof="0">
              <a:ln>
                <a:noFill/>
              </a:ln>
              <a:solidFill>
                <a:srgbClr val="000000"/>
              </a:solidFill>
              <a:effectLst/>
              <a:uLnTx/>
              <a:uFillTx/>
              <a:latin typeface="72 Brand"/>
              <a:ea typeface="+mn-ea"/>
              <a:cs typeface="+mn-cs"/>
            </a:endParaRPr>
          </a:p>
        </p:txBody>
      </p:sp>
      <p:cxnSp>
        <p:nvCxnSpPr>
          <p:cNvPr id="12" name="Straight Connector 11">
            <a:extLst>
              <a:ext uri="{FF2B5EF4-FFF2-40B4-BE49-F238E27FC236}">
                <a16:creationId xmlns:a16="http://schemas.microsoft.com/office/drawing/2014/main" id="{97717E2D-8116-A8D7-EEE6-A79D0027CDF2}"/>
              </a:ext>
            </a:extLst>
          </p:cNvPr>
          <p:cNvCxnSpPr>
            <a:cxnSpLocks/>
          </p:cNvCxnSpPr>
          <p:nvPr/>
        </p:nvCxnSpPr>
        <p:spPr>
          <a:xfrm>
            <a:off x="8649827" y="2718175"/>
            <a:ext cx="0" cy="277165"/>
          </a:xfrm>
          <a:prstGeom prst="line">
            <a:avLst/>
          </a:prstGeom>
          <a:noFill/>
          <a:ln>
            <a:solidFill>
              <a:srgbClr val="0070F2"/>
            </a:solidFill>
            <a:prstDash val="dash"/>
            <a:headEnd type="triangl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1" name="Straight Connector 10">
            <a:extLst>
              <a:ext uri="{FF2B5EF4-FFF2-40B4-BE49-F238E27FC236}">
                <a16:creationId xmlns:a16="http://schemas.microsoft.com/office/drawing/2014/main" id="{8BB77920-505A-E716-C807-FF9E65B161E6}"/>
              </a:ext>
            </a:extLst>
          </p:cNvPr>
          <p:cNvCxnSpPr>
            <a:cxnSpLocks/>
          </p:cNvCxnSpPr>
          <p:nvPr/>
        </p:nvCxnSpPr>
        <p:spPr>
          <a:xfrm>
            <a:off x="8649827" y="3625556"/>
            <a:ext cx="0" cy="277165"/>
          </a:xfrm>
          <a:prstGeom prst="line">
            <a:avLst/>
          </a:prstGeom>
          <a:noFill/>
          <a:ln>
            <a:solidFill>
              <a:srgbClr val="0070F2"/>
            </a:solidFill>
            <a:prstDash val="dash"/>
            <a:headEnd type="triangl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1" name="Text Placeholder 20">
            <a:extLst>
              <a:ext uri="{FF2B5EF4-FFF2-40B4-BE49-F238E27FC236}">
                <a16:creationId xmlns:a16="http://schemas.microsoft.com/office/drawing/2014/main" id="{3ECF273E-272A-EF23-97BB-1251130AB489}"/>
              </a:ext>
            </a:extLst>
          </p:cNvPr>
          <p:cNvSpPr>
            <a:spLocks noGrp="1"/>
          </p:cNvSpPr>
          <p:nvPr>
            <p:ph type="body" sz="quarter" idx="10"/>
          </p:nvPr>
        </p:nvSpPr>
        <p:spPr>
          <a:xfrm>
            <a:off x="503869" y="1548000"/>
            <a:ext cx="4717775" cy="4787900"/>
          </a:xfrm>
        </p:spPr>
        <p:txBody>
          <a:bodyPr/>
          <a:lstStyle/>
          <a:p>
            <a:pPr marL="0" marR="0" lvl="0" indent="0" algn="l" defTabSz="932472" rtl="0" eaLnBrk="1" fontAlgn="base" latinLnBrk="0" hangingPunct="1">
              <a:lnSpc>
                <a:spcPct val="100000"/>
              </a:lnSpc>
              <a:spcBef>
                <a:spcPts val="0"/>
              </a:spcBef>
              <a:spcAft>
                <a:spcPts val="600"/>
              </a:spcAft>
              <a:buClrTx/>
              <a:buSzTx/>
              <a:buFont typeface="72 Brand" panose="02000000000000000000" pitchFamily="2" charset="0"/>
              <a:buNone/>
              <a:tabLst/>
              <a:defRPr/>
            </a:pPr>
            <a:r>
              <a:rPr kumimoji="0" lang="en-US" sz="1400" b="1" i="0" u="none" strike="noStrike" kern="1200" cap="none" spc="0" normalizeH="0" baseline="0" noProof="0">
                <a:ln>
                  <a:noFill/>
                </a:ln>
                <a:solidFill>
                  <a:srgbClr val="000000"/>
                </a:solidFill>
                <a:effectLst/>
                <a:uLnTx/>
                <a:uFillTx/>
                <a:ea typeface="+mn-ea"/>
                <a:cs typeface="72-Regular" panose="020B0503030000000003" pitchFamily="34" charset="0"/>
              </a:rPr>
              <a:t>Business challenge: </a:t>
            </a:r>
          </a:p>
          <a:p>
            <a:pPr marL="0" marR="0" lvl="0" indent="0" algn="l" defTabSz="932472" rtl="0" eaLnBrk="1" fontAlgn="base" latinLnBrk="0" hangingPunct="1">
              <a:lnSpc>
                <a:spcPct val="100000"/>
              </a:lnSpc>
              <a:spcBef>
                <a:spcPts val="0"/>
              </a:spcBef>
              <a:spcAft>
                <a:spcPts val="600"/>
              </a:spcAft>
              <a:buClrTx/>
              <a:buSzTx/>
              <a:buFont typeface="72 Brand" panose="02000000000000000000" pitchFamily="2" charset="0"/>
              <a:buNone/>
              <a:tabLst/>
              <a:defRPr/>
            </a:pPr>
            <a:r>
              <a:rPr kumimoji="0" lang="en-US" sz="1400" b="0" i="0" u="none" strike="noStrike" kern="1200" cap="none" spc="0" normalizeH="0" baseline="0" noProof="0">
                <a:ln>
                  <a:noFill/>
                </a:ln>
                <a:solidFill>
                  <a:srgbClr val="000000"/>
                </a:solidFill>
                <a:effectLst/>
                <a:uLnTx/>
                <a:uFillTx/>
                <a:ea typeface="+mn-ea"/>
                <a:cs typeface="72-Regular" panose="020B0503030000000003" pitchFamily="34" charset="0"/>
              </a:rPr>
              <a:t>Businesses often struggle to secure financing at the right time and cost</a:t>
            </a:r>
          </a:p>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1400" b="1" i="0" u="none" strike="noStrike" kern="0" cap="none" spc="0" normalizeH="0" baseline="0" noProof="0">
              <a:ln>
                <a:noFill/>
              </a:ln>
              <a:gradFill>
                <a:gsLst>
                  <a:gs pos="0">
                    <a:srgbClr val="000000"/>
                  </a:gs>
                  <a:gs pos="100000">
                    <a:srgbClr val="000000"/>
                  </a:gs>
                </a:gsLst>
                <a:lin ang="5400000" scaled="1"/>
              </a:gradFill>
              <a:effectLst/>
              <a:uLnTx/>
              <a:uFillTx/>
              <a:latin typeface="72 Brand" panose="020B0504030603020204" pitchFamily="34" charset="0"/>
              <a:ea typeface="72 Brand" pitchFamily="34" charset="-128"/>
              <a:cs typeface="72 Brand" pitchFamily="34" charset="-128"/>
            </a:endParaRPr>
          </a:p>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72 Brand"/>
                <a:ea typeface="+mn-ea"/>
                <a:cs typeface="72-Regular" panose="020B0503030000000003" pitchFamily="34" charset="0"/>
              </a:rPr>
              <a:t>Use case</a:t>
            </a:r>
          </a:p>
          <a:p>
            <a:pPr marL="171450" marR="0" lvl="0" indent="-171450" algn="l" defTabSz="1088776" rtl="0" eaLnBrk="1" fontAlgn="auto" latinLnBrk="0" hangingPunct="1">
              <a:lnSpc>
                <a:spcPct val="100000"/>
              </a:lnSpc>
              <a:spcBef>
                <a:spcPts val="0"/>
              </a:spcBef>
              <a:spcAft>
                <a:spcPts val="300"/>
              </a:spcAft>
              <a:buClr>
                <a:srgbClr val="89D1FF"/>
              </a:buClr>
              <a:buSzTx/>
              <a:buFont typeface="Arial" panose="020B0604020202020204" pitchFamily="34" charset="0"/>
              <a:buChar char="•"/>
              <a:tabLst/>
              <a:defRPr/>
            </a:pPr>
            <a:r>
              <a:rPr kumimoji="0" lang="en-US" sz="1400" i="0" u="none" strike="noStrike" kern="1200" cap="none" spc="0" normalizeH="0" baseline="0" noProof="0">
                <a:ln>
                  <a:noFill/>
                </a:ln>
                <a:solidFill>
                  <a:srgbClr val="000000"/>
                </a:solidFill>
                <a:effectLst/>
                <a:uLnTx/>
                <a:uFillTx/>
                <a:latin typeface="72 Brand"/>
                <a:ea typeface="+mn-ea"/>
                <a:cs typeface="+mn-cs"/>
              </a:rPr>
              <a:t>Predict creditworthiness and adjust terms dynamically.</a:t>
            </a:r>
          </a:p>
          <a:p>
            <a:pPr marL="171450" marR="0" lvl="0" indent="-171450" algn="l" defTabSz="1088776" rtl="0" eaLnBrk="1" fontAlgn="auto" latinLnBrk="0" hangingPunct="1">
              <a:lnSpc>
                <a:spcPct val="100000"/>
              </a:lnSpc>
              <a:spcBef>
                <a:spcPts val="0"/>
              </a:spcBef>
              <a:spcAft>
                <a:spcPts val="300"/>
              </a:spcAft>
              <a:buClr>
                <a:srgbClr val="89D1FF"/>
              </a:buClr>
              <a:buSzTx/>
              <a:buFont typeface="Arial" panose="020B0604020202020204" pitchFamily="34" charset="0"/>
              <a:buChar char="•"/>
              <a:tabLst/>
              <a:defRPr/>
            </a:pPr>
            <a:r>
              <a:rPr kumimoji="0" lang="en-US" sz="1400" i="0" u="none" strike="noStrike" kern="1200" cap="none" spc="0" normalizeH="0" baseline="0" noProof="0">
                <a:ln>
                  <a:noFill/>
                </a:ln>
                <a:solidFill>
                  <a:srgbClr val="000000"/>
                </a:solidFill>
                <a:effectLst/>
                <a:uLnTx/>
                <a:uFillTx/>
                <a:latin typeface="72 Brand"/>
                <a:ea typeface="+mn-ea"/>
                <a:cs typeface="+mn-cs"/>
              </a:rPr>
              <a:t>Reduce bad debt exposure by identifying at-risk customers.</a:t>
            </a:r>
          </a:p>
          <a:p>
            <a:pPr marL="171450" marR="0" lvl="0" indent="-171450" algn="l" defTabSz="932472" rtl="0" eaLnBrk="1" fontAlgn="base" latinLnBrk="0" hangingPunct="1">
              <a:lnSpc>
                <a:spcPct val="100000"/>
              </a:lnSpc>
              <a:spcBef>
                <a:spcPts val="0"/>
              </a:spcBef>
              <a:spcAft>
                <a:spcPts val="300"/>
              </a:spcAft>
              <a:buClr>
                <a:srgbClr val="89D1FF"/>
              </a:buClr>
              <a:buSzTx/>
              <a:buFont typeface="Arial" panose="020B0604020202020204" pitchFamily="34" charset="0"/>
              <a:buChar char="•"/>
              <a:tabLst/>
              <a:defRPr/>
            </a:pPr>
            <a:r>
              <a:rPr kumimoji="0" lang="en-US" sz="1400" i="0" u="none" strike="noStrike" kern="1200" cap="none" spc="0" normalizeH="0" baseline="0" noProof="0">
                <a:ln>
                  <a:noFill/>
                </a:ln>
                <a:solidFill>
                  <a:srgbClr val="000000"/>
                </a:solidFill>
                <a:effectLst/>
                <a:uLnTx/>
                <a:uFillTx/>
                <a:latin typeface="72 Brand"/>
                <a:ea typeface="+mn-ea"/>
                <a:cs typeface="+mn-cs"/>
              </a:rPr>
              <a:t>Analyze external data (e.g., market trends, credit reports) to assess counterparties</a:t>
            </a:r>
            <a:r>
              <a:rPr kumimoji="0" lang="en-US" sz="1400" b="0" i="0" u="none" strike="noStrike" kern="1200" cap="none" spc="0" normalizeH="0" baseline="0" noProof="0">
                <a:ln>
                  <a:noFill/>
                </a:ln>
                <a:solidFill>
                  <a:srgbClr val="000000"/>
                </a:solidFill>
                <a:effectLst/>
                <a:uLnTx/>
                <a:uFillTx/>
                <a:latin typeface="72 Brand"/>
                <a:ea typeface="+mn-ea"/>
                <a:cs typeface="+mn-cs"/>
              </a:rPr>
              <a:t>' financial health.</a:t>
            </a:r>
            <a:endParaRPr kumimoji="0" lang="en-US" sz="900" b="0" i="0" u="none" strike="noStrike" kern="1200" cap="none" spc="0" normalizeH="0" baseline="0" noProof="0">
              <a:ln>
                <a:noFill/>
              </a:ln>
              <a:solidFill>
                <a:srgbClr val="000000"/>
              </a:solidFill>
              <a:effectLst/>
              <a:uLnTx/>
              <a:uFillTx/>
              <a:latin typeface="72 Brand"/>
              <a:ea typeface="+mn-ea"/>
              <a:cs typeface="+mn-cs"/>
            </a:endParaRPr>
          </a:p>
          <a:p>
            <a:pPr marL="0" marR="0" lvl="0" indent="0" algn="l" defTabSz="932472" rtl="0" eaLnBrk="1" fontAlgn="base" latinLnBrk="0" hangingPunct="1">
              <a:lnSpc>
                <a:spcPct val="100000"/>
              </a:lnSpc>
              <a:spcBef>
                <a:spcPts val="1200"/>
              </a:spcBef>
              <a:spcAft>
                <a:spcPts val="6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72 Brand"/>
                <a:ea typeface="+mn-ea"/>
                <a:cs typeface="+mn-cs"/>
              </a:rPr>
              <a:t>Business value</a:t>
            </a:r>
          </a:p>
          <a:p>
            <a:pPr marL="171450" indent="-171450" defTabSz="932472" fontAlgn="base">
              <a:spcBef>
                <a:spcPts val="0"/>
              </a:spcBef>
              <a:spcAft>
                <a:spcPts val="300"/>
              </a:spcAft>
              <a:buClr>
                <a:srgbClr val="89D1FF"/>
              </a:buClr>
              <a:buSzTx/>
              <a:buFont typeface="Arial" panose="020B0604020202020204" pitchFamily="34" charset="0"/>
              <a:buChar char="•"/>
              <a:defRPr/>
            </a:pPr>
            <a:r>
              <a:rPr lang="en-US" sz="1400">
                <a:solidFill>
                  <a:srgbClr val="000000"/>
                </a:solidFill>
                <a:latin typeface="72 Brand"/>
              </a:rPr>
              <a:t>Allows for faster and more accurate credit decisions by automating credit scoring and reduces manual reviews</a:t>
            </a:r>
          </a:p>
          <a:p>
            <a:pPr marL="171450" indent="-171450" defTabSz="932472" fontAlgn="base">
              <a:spcBef>
                <a:spcPts val="0"/>
              </a:spcBef>
              <a:spcAft>
                <a:spcPts val="300"/>
              </a:spcAft>
              <a:buClr>
                <a:srgbClr val="89D1FF"/>
              </a:buClr>
              <a:buSzTx/>
              <a:buFont typeface="Arial" panose="020B0604020202020204" pitchFamily="34" charset="0"/>
              <a:buChar char="•"/>
              <a:defRPr/>
            </a:pPr>
            <a:r>
              <a:rPr lang="en-US" sz="1400">
                <a:solidFill>
                  <a:srgbClr val="000000"/>
                </a:solidFill>
                <a:latin typeface="72 Brand"/>
              </a:rPr>
              <a:t>Predicts customer payment behavior and identifies high risk suppliers</a:t>
            </a:r>
          </a:p>
          <a:p>
            <a:pPr marL="171450" indent="-171450" defTabSz="932472" fontAlgn="base">
              <a:spcBef>
                <a:spcPts val="0"/>
              </a:spcBef>
              <a:spcAft>
                <a:spcPts val="300"/>
              </a:spcAft>
              <a:buClr>
                <a:srgbClr val="89D1FF"/>
              </a:buClr>
              <a:buSzTx/>
              <a:buFont typeface="Arial" panose="020B0604020202020204" pitchFamily="34" charset="0"/>
              <a:buChar char="•"/>
              <a:defRPr/>
            </a:pPr>
            <a:r>
              <a:rPr lang="en-US" sz="1400">
                <a:solidFill>
                  <a:srgbClr val="000000"/>
                </a:solidFill>
                <a:latin typeface="72 Brand"/>
              </a:rPr>
              <a:t>Improves working capital management and cash flow by reducing credit risk and prioritizing collection of identified high-risk accounts</a:t>
            </a:r>
          </a:p>
        </p:txBody>
      </p:sp>
      <p:sp>
        <p:nvSpPr>
          <p:cNvPr id="5" name="Title 4">
            <a:extLst>
              <a:ext uri="{FF2B5EF4-FFF2-40B4-BE49-F238E27FC236}">
                <a16:creationId xmlns:a16="http://schemas.microsoft.com/office/drawing/2014/main" id="{1CDC242E-A1C6-81F5-01AD-D016DC9B8DD7}"/>
              </a:ext>
            </a:extLst>
          </p:cNvPr>
          <p:cNvSpPr>
            <a:spLocks noGrp="1"/>
          </p:cNvSpPr>
          <p:nvPr>
            <p:ph type="title"/>
          </p:nvPr>
        </p:nvSpPr>
        <p:spPr>
          <a:xfrm>
            <a:off x="503238" y="503238"/>
            <a:ext cx="11183937" cy="738664"/>
          </a:xfrm>
        </p:spPr>
        <p:txBody>
          <a:bodyPr/>
          <a:lstStyle/>
          <a:p>
            <a:pPr lvl="0"/>
            <a:r>
              <a:rPr lang="en-US" dirty="0"/>
              <a:t>Use case: Credit risk assessment of customers &amp; suppliers</a:t>
            </a:r>
            <a:br>
              <a:rPr lang="en-US" dirty="0"/>
            </a:br>
            <a:r>
              <a:rPr lang="en-US" sz="2000" noProof="0" dirty="0">
                <a:latin typeface="+mn-lt"/>
              </a:rPr>
              <a:t>Take your Working Capital intelligent application to the next level with SAP Databricks</a:t>
            </a:r>
            <a:endParaRPr lang="en-CA" sz="2000" dirty="0">
              <a:latin typeface="+mn-lt"/>
            </a:endParaRPr>
          </a:p>
        </p:txBody>
      </p:sp>
      <p:sp>
        <p:nvSpPr>
          <p:cNvPr id="4" name="Rectangle: Rounded Corners 1">
            <a:extLst>
              <a:ext uri="{FF2B5EF4-FFF2-40B4-BE49-F238E27FC236}">
                <a16:creationId xmlns:a16="http://schemas.microsoft.com/office/drawing/2014/main" id="{F7802B0C-1E8F-F995-BD82-3F954FA658D2}"/>
              </a:ext>
            </a:extLst>
          </p:cNvPr>
          <p:cNvSpPr/>
          <p:nvPr/>
        </p:nvSpPr>
        <p:spPr bwMode="auto">
          <a:xfrm>
            <a:off x="7694287" y="1553646"/>
            <a:ext cx="1980336" cy="259497"/>
          </a:xfrm>
          <a:prstGeom prst="roundRect">
            <a:avLst>
              <a:gd name="adj" fmla="val 50000"/>
            </a:avLst>
          </a:prstGeom>
          <a:gradFill flip="none" rotWithShape="1">
            <a:gsLst>
              <a:gs pos="0">
                <a:srgbClr val="FFFFFF"/>
              </a:gs>
              <a:gs pos="100000">
                <a:srgbClr val="EBF8FF"/>
              </a:gs>
            </a:gsLst>
            <a:lin ang="2700000" scaled="1"/>
            <a:tileRect/>
          </a:gradFill>
          <a:ln w="12700" cap="flat" cmpd="sng" algn="ctr">
            <a:noFill/>
            <a:prstDash val="solid"/>
            <a:headEnd type="none" w="med" len="med"/>
            <a:tailEnd type="none" w="med" len="med"/>
          </a:ln>
          <a:effectLst>
            <a:outerShdw blurRad="50800" dir="2700000" algn="tl" rotWithShape="0">
              <a:prstClr val="black">
                <a:alpha val="20000"/>
              </a:prstClr>
            </a:outerShdw>
          </a:effectLst>
        </p:spPr>
        <p:txBody>
          <a:bodyPr rot="0" spcFirstLastPara="0" vertOverflow="overflow" horzOverflow="overflow" vert="horz" wrap="none" lIns="144000" tIns="146076" rIns="144000" bIns="146076" numCol="1" spcCol="0" rtlCol="0" fromWordArt="0" anchor="ctr" anchorCtr="0" forceAA="0" compatLnSpc="1">
            <a:prstTxWarp prst="textNoShape">
              <a:avLst/>
            </a:prstTxWarp>
            <a:noAutofit/>
          </a:bodyPr>
          <a:lstStyle/>
          <a:p>
            <a:pPr marL="0" marR="0" lvl="0" indent="0" algn="ctr" defTabSz="930981"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solidFill>
                  <a:srgbClr val="0070F2"/>
                </a:solidFill>
                <a:effectLst/>
                <a:uLnTx/>
                <a:uFillTx/>
                <a:latin typeface="72 Brand Medium" panose="020B0604030603020204" pitchFamily="34" charset="0"/>
                <a:ea typeface="+mn-ea"/>
                <a:cs typeface="72" panose="020B0503030000000003" pitchFamily="34" charset="0"/>
              </a:rPr>
              <a:t>SAP Business Data Cloud</a:t>
            </a:r>
          </a:p>
        </p:txBody>
      </p:sp>
      <p:sp>
        <p:nvSpPr>
          <p:cNvPr id="7" name="Rounded Rectangle 8">
            <a:extLst>
              <a:ext uri="{FF2B5EF4-FFF2-40B4-BE49-F238E27FC236}">
                <a16:creationId xmlns:a16="http://schemas.microsoft.com/office/drawing/2014/main" id="{E01B1C15-A761-E74B-091D-BC9360036940}"/>
              </a:ext>
            </a:extLst>
          </p:cNvPr>
          <p:cNvSpPr/>
          <p:nvPr/>
        </p:nvSpPr>
        <p:spPr bwMode="gray">
          <a:xfrm>
            <a:off x="6381827" y="3911853"/>
            <a:ext cx="4605261" cy="722013"/>
          </a:xfrm>
          <a:prstGeom prst="roundRect">
            <a:avLst>
              <a:gd name="adj" fmla="val 8460"/>
            </a:avLst>
          </a:prstGeom>
          <a:gradFill flip="none" rotWithShape="1">
            <a:gsLst>
              <a:gs pos="100000">
                <a:srgbClr val="EBF8FF"/>
              </a:gs>
              <a:gs pos="0">
                <a:srgbClr val="FFFFFF">
                  <a:alpha val="70000"/>
                </a:srgbClr>
              </a:gs>
            </a:gsLst>
            <a:lin ang="2700000" scaled="1"/>
            <a:tileRect/>
          </a:gradFill>
          <a:ln w="12700" cap="flat" cmpd="sng" algn="ctr">
            <a:solidFill>
              <a:srgbClr val="89D1FF"/>
            </a:solidFill>
            <a:prstDash val="solid"/>
            <a:headEnd type="none" w="med" len="med"/>
            <a:tailEnd type="none" w="med" len="med"/>
          </a:ln>
          <a:effectLst/>
        </p:spPr>
        <p:txBody>
          <a:bodyPr rot="0" spcFirstLastPara="0" vertOverflow="overflow" horzOverflow="overflow" vert="horz" wrap="square" lIns="182546" tIns="252000" rIns="182546" bIns="146038" numCol="1" spcCol="0" rtlCol="0" fromWordArt="0" anchor="t"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 sz="900" b="0" i="0" u="none" strike="noStrike" kern="0" cap="none" spc="0" normalizeH="0" baseline="0" noProof="0">
                <a:ln>
                  <a:noFill/>
                </a:ln>
                <a:solidFill>
                  <a:srgbClr val="000000"/>
                </a:solidFill>
                <a:effectLst/>
                <a:uLnTx/>
                <a:uFillTx/>
                <a:latin typeface="72 Brand"/>
                <a:ea typeface="DM Sans"/>
                <a:cs typeface="DM Sans"/>
                <a:sym typeface="DM Sans"/>
              </a:rPr>
              <a:t>Develop a credit risk prediction model using LLMs to </a:t>
            </a:r>
            <a:r>
              <a:rPr kumimoji="0" lang="en-US" sz="900" b="0" i="0" u="none" strike="noStrike" kern="1200" cap="none" spc="0" normalizeH="0" baseline="0" noProof="0">
                <a:ln>
                  <a:noFill/>
                </a:ln>
                <a:solidFill>
                  <a:srgbClr val="000000"/>
                </a:solidFill>
                <a:effectLst/>
                <a:uLnTx/>
                <a:uFillTx/>
                <a:latin typeface="72 Brand"/>
                <a:ea typeface="+mn-ea"/>
                <a:cs typeface="+mn-cs"/>
                <a:sym typeface="DM Sans"/>
              </a:rPr>
              <a:t>p</a:t>
            </a:r>
            <a:r>
              <a:rPr kumimoji="0" lang="en-US" sz="900" b="0" i="0" u="none" strike="noStrike" kern="1200" cap="none" spc="0" normalizeH="0" baseline="0" noProof="0">
                <a:ln>
                  <a:noFill/>
                </a:ln>
                <a:solidFill>
                  <a:srgbClr val="000000"/>
                </a:solidFill>
                <a:effectLst/>
                <a:uLnTx/>
                <a:uFillTx/>
                <a:latin typeface="72 Brand"/>
                <a:ea typeface="+mn-ea"/>
                <a:cs typeface="+mn-cs"/>
              </a:rPr>
              <a:t>redict creditworthiness and adjust terms dynamically.</a:t>
            </a:r>
          </a:p>
        </p:txBody>
      </p:sp>
      <p:sp>
        <p:nvSpPr>
          <p:cNvPr id="13" name="Rectangle: Rounded Corners 29">
            <a:extLst>
              <a:ext uri="{FF2B5EF4-FFF2-40B4-BE49-F238E27FC236}">
                <a16:creationId xmlns:a16="http://schemas.microsoft.com/office/drawing/2014/main" id="{6F7B2071-DE49-08BC-B1F9-1CFDD26CDCCE}"/>
              </a:ext>
            </a:extLst>
          </p:cNvPr>
          <p:cNvSpPr/>
          <p:nvPr/>
        </p:nvSpPr>
        <p:spPr bwMode="auto">
          <a:xfrm>
            <a:off x="6320380" y="3800057"/>
            <a:ext cx="4728154" cy="360000"/>
          </a:xfrm>
          <a:prstGeom prst="roundRect">
            <a:avLst>
              <a:gd name="adj" fmla="val 50000"/>
            </a:avLst>
          </a:prstGeom>
          <a:gradFill flip="none" rotWithShape="1">
            <a:gsLst>
              <a:gs pos="0">
                <a:srgbClr val="1B90FF"/>
              </a:gs>
              <a:gs pos="100000">
                <a:srgbClr val="0070F2"/>
              </a:gs>
            </a:gsLst>
            <a:lin ang="2700000" scaled="1"/>
            <a:tileRect/>
          </a:gradFill>
          <a:ln w="12700" cap="flat" cmpd="sng" algn="ctr">
            <a:noFill/>
            <a:prstDash val="solid"/>
            <a:headEnd type="none" w="med" len="med"/>
            <a:tailEnd type="none" w="med" len="med"/>
          </a:ln>
          <a:effectLst/>
        </p:spPr>
        <p:txBody>
          <a:bodyPr rot="0" spcFirstLastPara="0" vertOverflow="overflow" horzOverflow="overflow" vert="horz" wrap="square" lIns="182736" tIns="0" rIns="182498" bIns="0" numCol="1" spcCol="0" rtlCol="0" fromWordArt="0" anchor="ctr" anchorCtr="0" forceAA="0" compatLnSpc="1">
            <a:prstTxWarp prst="textNoShape">
              <a:avLst/>
            </a:prstTxWarp>
            <a:noAutofit/>
          </a:bodyPr>
          <a:lstStyle/>
          <a:p>
            <a:pPr marL="0" marR="0" lvl="0" indent="0" algn="ctr" defTabSz="930423"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gradFill>
                  <a:gsLst>
                    <a:gs pos="0">
                      <a:srgbClr val="FFFFFF"/>
                    </a:gs>
                    <a:gs pos="100000">
                      <a:srgbClr val="FFFFFF"/>
                    </a:gs>
                  </a:gsLst>
                  <a:lin ang="5400000" scaled="1"/>
                </a:gradFill>
                <a:effectLst/>
                <a:uLnTx/>
                <a:uFillTx/>
                <a:latin typeface="72 Brand Medium" panose="020B0604030603020204" pitchFamily="34" charset="0"/>
                <a:ea typeface="+mn-ea"/>
                <a:cs typeface="72" panose="020B0503030000000003" pitchFamily="34" charset="0"/>
              </a:rPr>
              <a:t>SAP Databricks</a:t>
            </a:r>
          </a:p>
        </p:txBody>
      </p:sp>
      <p:sp>
        <p:nvSpPr>
          <p:cNvPr id="17" name="Rectangle: Rounded Corners 29">
            <a:extLst>
              <a:ext uri="{FF2B5EF4-FFF2-40B4-BE49-F238E27FC236}">
                <a16:creationId xmlns:a16="http://schemas.microsoft.com/office/drawing/2014/main" id="{3C0CB63A-3F1E-E456-F12E-129F5EA51EFB}"/>
              </a:ext>
            </a:extLst>
          </p:cNvPr>
          <p:cNvSpPr/>
          <p:nvPr/>
        </p:nvSpPr>
        <p:spPr bwMode="auto">
          <a:xfrm>
            <a:off x="7946814" y="4528186"/>
            <a:ext cx="1492701" cy="238707"/>
          </a:xfrm>
          <a:prstGeom prst="roundRect">
            <a:avLst>
              <a:gd name="adj" fmla="val 50000"/>
            </a:avLst>
          </a:prstGeom>
          <a:gradFill flip="none" rotWithShape="1">
            <a:gsLst>
              <a:gs pos="0">
                <a:srgbClr val="FFFFFF"/>
              </a:gs>
              <a:gs pos="100000">
                <a:srgbClr val="EBF8FF"/>
              </a:gs>
            </a:gsLst>
            <a:lin ang="2700000" scaled="1"/>
            <a:tileRect/>
          </a:gradFill>
          <a:ln w="12700" cap="flat" cmpd="sng" algn="ctr">
            <a:noFill/>
            <a:prstDash val="solid"/>
            <a:headEnd type="none" w="med" len="med"/>
            <a:tailEnd type="none" w="med" len="med"/>
          </a:ln>
          <a:effectLst>
            <a:outerShdw blurRad="50800" dir="2700000" algn="tl" rotWithShape="0">
              <a:prstClr val="black">
                <a:alpha val="20000"/>
              </a:prstClr>
            </a:outerShdw>
          </a:effectLst>
        </p:spPr>
        <p:txBody>
          <a:bodyPr rot="0" spcFirstLastPara="0" vertOverflow="overflow" horzOverflow="overflow" vert="horz" wrap="none" lIns="144000" tIns="146076" rIns="144000" bIns="146076" numCol="1" spcCol="0" rtlCol="0" fromWordArt="0" anchor="ctr" anchorCtr="0" forceAA="0" compatLnSpc="1">
            <a:prstTxWarp prst="textNoShape">
              <a:avLst/>
            </a:prstTxWarp>
            <a:noAutofit/>
          </a:bodyPr>
          <a:lstStyle/>
          <a:p>
            <a:pPr marL="0" marR="0" lvl="0" indent="0" algn="ctr" defTabSz="930981"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solidFill>
                  <a:srgbClr val="0070F2"/>
                </a:solidFill>
                <a:effectLst/>
                <a:uLnTx/>
                <a:uFillTx/>
                <a:latin typeface="72 Brand Medium" panose="020B0604030603020204" pitchFamily="34" charset="0"/>
                <a:ea typeface="+mn-ea"/>
                <a:cs typeface="72" panose="020B0503030000000003" pitchFamily="34" charset="0"/>
              </a:rPr>
              <a:t>Delta Sharing</a:t>
            </a:r>
          </a:p>
        </p:txBody>
      </p:sp>
      <p:cxnSp>
        <p:nvCxnSpPr>
          <p:cNvPr id="18" name="Straight Connector 17">
            <a:extLst>
              <a:ext uri="{FF2B5EF4-FFF2-40B4-BE49-F238E27FC236}">
                <a16:creationId xmlns:a16="http://schemas.microsoft.com/office/drawing/2014/main" id="{EA03399E-73B5-07D8-89CB-5E547AEB1085}"/>
              </a:ext>
            </a:extLst>
          </p:cNvPr>
          <p:cNvCxnSpPr>
            <a:cxnSpLocks/>
          </p:cNvCxnSpPr>
          <p:nvPr/>
        </p:nvCxnSpPr>
        <p:spPr>
          <a:xfrm>
            <a:off x="8086725" y="4769977"/>
            <a:ext cx="0" cy="277165"/>
          </a:xfrm>
          <a:prstGeom prst="line">
            <a:avLst/>
          </a:prstGeom>
          <a:noFill/>
          <a:ln>
            <a:solidFill>
              <a:srgbClr val="0070F2"/>
            </a:solidFill>
            <a:prstDash val="dash"/>
            <a:headEnd type="triangl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9" name="Straight Connector 18">
            <a:extLst>
              <a:ext uri="{FF2B5EF4-FFF2-40B4-BE49-F238E27FC236}">
                <a16:creationId xmlns:a16="http://schemas.microsoft.com/office/drawing/2014/main" id="{243A6963-F4E9-1D84-E9A2-05233DFE9A46}"/>
              </a:ext>
            </a:extLst>
          </p:cNvPr>
          <p:cNvCxnSpPr>
            <a:cxnSpLocks/>
          </p:cNvCxnSpPr>
          <p:nvPr/>
        </p:nvCxnSpPr>
        <p:spPr>
          <a:xfrm>
            <a:off x="9310039" y="4769977"/>
            <a:ext cx="0" cy="277165"/>
          </a:xfrm>
          <a:prstGeom prst="line">
            <a:avLst/>
          </a:prstGeom>
          <a:noFill/>
          <a:ln>
            <a:solidFill>
              <a:srgbClr val="0070F2"/>
            </a:solidFill>
            <a:prstDash val="dash"/>
            <a:headEnd type="triangl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9" name="Rectangle: Rounded Corners 53">
            <a:extLst>
              <a:ext uri="{FF2B5EF4-FFF2-40B4-BE49-F238E27FC236}">
                <a16:creationId xmlns:a16="http://schemas.microsoft.com/office/drawing/2014/main" id="{1C98DACF-A78E-539B-366F-3D4AA1B8FACD}"/>
              </a:ext>
            </a:extLst>
          </p:cNvPr>
          <p:cNvSpPr/>
          <p:nvPr/>
        </p:nvSpPr>
        <p:spPr bwMode="gray">
          <a:xfrm>
            <a:off x="6320378" y="1988891"/>
            <a:ext cx="4728154" cy="360000"/>
          </a:xfrm>
          <a:prstGeom prst="roundRect">
            <a:avLst>
              <a:gd name="adj" fmla="val 50000"/>
            </a:avLst>
          </a:prstGeom>
          <a:gradFill flip="none" rotWithShape="1">
            <a:gsLst>
              <a:gs pos="0">
                <a:srgbClr val="1B90FF"/>
              </a:gs>
              <a:gs pos="100000">
                <a:srgbClr val="0070F2"/>
              </a:gs>
            </a:gsLst>
            <a:lin ang="2700000" scaled="1"/>
            <a:tileRect/>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32" tIns="0" rIns="182594" bIns="0" numCol="1" spcCol="0" rtlCol="0" fromWordArt="0" anchor="ctr" anchorCtr="0" forceAA="0" compatLnSpc="1">
            <a:prstTxWarp prst="textNoShape">
              <a:avLst/>
            </a:prstTxWarp>
            <a:noAutofit/>
          </a:bodyPr>
          <a:lstStyle/>
          <a:p>
            <a:pPr marL="0" marR="0" lvl="0" indent="0" algn="ctr" defTabSz="930981"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gradFill>
                  <a:gsLst>
                    <a:gs pos="0">
                      <a:srgbClr val="FFFFFF"/>
                    </a:gs>
                    <a:gs pos="100000">
                      <a:srgbClr val="FFFFFF"/>
                    </a:gs>
                  </a:gsLst>
                  <a:lin ang="5400000" scaled="1"/>
                </a:gradFill>
                <a:effectLst/>
                <a:uLnTx/>
                <a:uFillTx/>
                <a:latin typeface="72 Brand Medium" panose="020B0604030603020204" pitchFamily="34" charset="0"/>
                <a:ea typeface="+mn-ea"/>
                <a:cs typeface="72" panose="020B0503030000000003" pitchFamily="34" charset="0"/>
              </a:rPr>
              <a:t>SAP Analytics Cloud</a:t>
            </a:r>
          </a:p>
        </p:txBody>
      </p:sp>
      <p:sp>
        <p:nvSpPr>
          <p:cNvPr id="8" name="Rectangle: Rounded Corners 53">
            <a:extLst>
              <a:ext uri="{FF2B5EF4-FFF2-40B4-BE49-F238E27FC236}">
                <a16:creationId xmlns:a16="http://schemas.microsoft.com/office/drawing/2014/main" id="{98334F84-E117-D690-81CB-B8F480B4A3CD}"/>
              </a:ext>
            </a:extLst>
          </p:cNvPr>
          <p:cNvSpPr/>
          <p:nvPr/>
        </p:nvSpPr>
        <p:spPr bwMode="gray">
          <a:xfrm>
            <a:off x="6320380" y="2868623"/>
            <a:ext cx="4728154" cy="360000"/>
          </a:xfrm>
          <a:prstGeom prst="roundRect">
            <a:avLst>
              <a:gd name="adj" fmla="val 50000"/>
            </a:avLst>
          </a:prstGeom>
          <a:gradFill flip="none" rotWithShape="1">
            <a:gsLst>
              <a:gs pos="0">
                <a:srgbClr val="1B90FF"/>
              </a:gs>
              <a:gs pos="100000">
                <a:srgbClr val="0070F2"/>
              </a:gs>
            </a:gsLst>
            <a:lin ang="2700000" scaled="1"/>
            <a:tileRect/>
          </a:gra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146076" rIns="36000" bIns="146076" numCol="1" spcCol="0" rtlCol="0" fromWordArt="0" anchor="ctr" anchorCtr="0" forceAA="0" compatLnSpc="1">
            <a:prstTxWarp prst="textNoShape">
              <a:avLst/>
            </a:prstTxWarp>
            <a:noAutofit/>
          </a:bodyPr>
          <a:lstStyle/>
          <a:p>
            <a:pPr marL="0" marR="0" lvl="0" indent="0" algn="ctr" defTabSz="930981"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gradFill>
                  <a:gsLst>
                    <a:gs pos="0">
                      <a:srgbClr val="FFFFFF"/>
                    </a:gs>
                    <a:gs pos="100000">
                      <a:srgbClr val="FFFFFF"/>
                    </a:gs>
                  </a:gsLst>
                  <a:lin ang="5400000" scaled="1"/>
                </a:gradFill>
                <a:effectLst/>
                <a:uLnTx/>
                <a:uFillTx/>
                <a:latin typeface="72 Brand Medium" panose="020B0604030603020204" pitchFamily="34" charset="0"/>
                <a:ea typeface="+mn-ea"/>
                <a:cs typeface="72" panose="020B0503030000000003" pitchFamily="34" charset="0"/>
              </a:rPr>
              <a:t>SAP Datasphere</a:t>
            </a:r>
          </a:p>
        </p:txBody>
      </p:sp>
      <p:sp>
        <p:nvSpPr>
          <p:cNvPr id="35" name="Google Shape;641;p71">
            <a:extLst>
              <a:ext uri="{FF2B5EF4-FFF2-40B4-BE49-F238E27FC236}">
                <a16:creationId xmlns:a16="http://schemas.microsoft.com/office/drawing/2014/main" id="{52C20F3F-64F4-E42B-785A-E89291CAF99E}"/>
              </a:ext>
            </a:extLst>
          </p:cNvPr>
          <p:cNvSpPr/>
          <p:nvPr/>
        </p:nvSpPr>
        <p:spPr>
          <a:xfrm>
            <a:off x="6381827" y="4965663"/>
            <a:ext cx="2268000" cy="1430440"/>
          </a:xfrm>
          <a:prstGeom prst="roundRect">
            <a:avLst>
              <a:gd name="adj" fmla="val 7260"/>
            </a:avLst>
          </a:prstGeom>
          <a:solidFill>
            <a:schemeClr val="bg2">
              <a:lumMod val="75000"/>
            </a:schemeClr>
          </a:solidFill>
          <a:ln>
            <a:noFill/>
          </a:ln>
        </p:spPr>
        <p:txBody>
          <a:bodyPr spcFirstLastPara="1" wrap="square" lIns="121900" tIns="0" rIns="121900" bIns="121900" anchor="t" anchorCtr="0">
            <a:noAutofit/>
          </a:bodyPr>
          <a:lstStyle/>
          <a:p>
            <a:pPr marL="0" marR="0" lvl="0" indent="0" algn="just" defTabSz="1219170" rtl="0" eaLnBrk="1" fontAlgn="auto" latinLnBrk="0" hangingPunct="1">
              <a:lnSpc>
                <a:spcPct val="100000"/>
              </a:lnSpc>
              <a:spcBef>
                <a:spcPts val="0"/>
              </a:spcBef>
              <a:spcAft>
                <a:spcPts val="600"/>
              </a:spcAft>
              <a:buClr>
                <a:srgbClr val="000000"/>
              </a:buClr>
              <a:buSzTx/>
              <a:buFontTx/>
              <a:buNone/>
              <a:tabLst/>
              <a:defRPr/>
            </a:pPr>
            <a:r>
              <a:rPr kumimoji="0" lang="en" sz="1100" b="0" i="0" u="none" strike="noStrike" kern="0" cap="none" spc="0" normalizeH="0" baseline="0" noProof="0">
                <a:ln>
                  <a:noFill/>
                </a:ln>
                <a:solidFill>
                  <a:srgbClr val="F9F7F4"/>
                </a:solidFill>
                <a:effectLst/>
                <a:uLnTx/>
                <a:uFillTx/>
                <a:latin typeface="72 Brand Medium"/>
                <a:ea typeface="DM Sans"/>
                <a:cs typeface="DM Sans"/>
                <a:sym typeface="DM Sans"/>
              </a:rPr>
              <a:t>SAP Data Products</a:t>
            </a:r>
          </a:p>
          <a:p>
            <a:pPr marL="171450" marR="0" lvl="0" indent="-171450" algn="just" defTabSz="121917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r>
              <a:rPr kumimoji="0" lang="en" sz="1000" b="0" i="0" u="none" strike="noStrike" kern="0" cap="none" spc="0" normalizeH="0" baseline="0" noProof="0">
                <a:ln>
                  <a:noFill/>
                </a:ln>
                <a:solidFill>
                  <a:srgbClr val="F9F7F4"/>
                </a:solidFill>
                <a:effectLst/>
                <a:uLnTx/>
                <a:uFillTx/>
                <a:latin typeface="72 Brand"/>
                <a:ea typeface="DM Sans"/>
                <a:cs typeface="DM Sans"/>
                <a:sym typeface="DM Sans"/>
              </a:rPr>
              <a:t>Liquidity and cash </a:t>
            </a:r>
            <a:endParaRPr kumimoji="0" lang="de-DE" sz="1000" b="0" i="0" u="none" strike="noStrike" kern="0" cap="none" spc="0" normalizeH="0" baseline="0" noProof="0">
              <a:ln>
                <a:noFill/>
              </a:ln>
              <a:solidFill>
                <a:srgbClr val="F9F7F4"/>
              </a:solidFill>
              <a:effectLst/>
              <a:uLnTx/>
              <a:uFillTx/>
              <a:latin typeface="72 Brand"/>
              <a:ea typeface="DM Sans"/>
              <a:cs typeface="DM Sans"/>
              <a:sym typeface="DM Sans"/>
            </a:endParaRPr>
          </a:p>
          <a:p>
            <a:pPr marL="171450" marR="0" lvl="0" indent="-171450" algn="just" defTabSz="121917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r>
              <a:rPr kumimoji="0" lang="en" sz="1000" b="0" i="0" u="none" strike="noStrike" kern="0" cap="none" spc="0" normalizeH="0" baseline="0" noProof="0">
                <a:ln>
                  <a:noFill/>
                </a:ln>
                <a:solidFill>
                  <a:srgbClr val="F9F7F4"/>
                </a:solidFill>
                <a:effectLst/>
                <a:uLnTx/>
                <a:uFillTx/>
                <a:latin typeface="72 Brand"/>
                <a:ea typeface="DM Sans"/>
                <a:cs typeface="DM Sans"/>
                <a:sym typeface="DM Sans"/>
              </a:rPr>
              <a:t>Accounts payable</a:t>
            </a:r>
            <a:endParaRPr kumimoji="0" lang="de-DE" sz="1000" b="0" i="0" u="none" strike="noStrike" kern="0" cap="none" spc="0" normalizeH="0" baseline="0" noProof="0">
              <a:ln>
                <a:noFill/>
              </a:ln>
              <a:solidFill>
                <a:srgbClr val="F9F7F4"/>
              </a:solidFill>
              <a:effectLst/>
              <a:uLnTx/>
              <a:uFillTx/>
              <a:latin typeface="72 Brand"/>
              <a:ea typeface="DM Sans"/>
              <a:cs typeface="DM Sans"/>
              <a:sym typeface="DM Sans"/>
            </a:endParaRPr>
          </a:p>
          <a:p>
            <a:pPr marL="171450" marR="0" lvl="0" indent="-171450" algn="just" defTabSz="121917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r>
              <a:rPr kumimoji="0" lang="en" sz="1000" b="0" i="0" u="none" strike="noStrike" kern="0" cap="none" spc="0" normalizeH="0" baseline="0" noProof="0">
                <a:ln>
                  <a:noFill/>
                </a:ln>
                <a:solidFill>
                  <a:srgbClr val="F9F7F4"/>
                </a:solidFill>
                <a:effectLst/>
                <a:uLnTx/>
                <a:uFillTx/>
                <a:latin typeface="72 Brand"/>
                <a:ea typeface="DM Sans"/>
                <a:cs typeface="DM Sans"/>
                <a:sym typeface="DM Sans"/>
              </a:rPr>
              <a:t>Accounts Receivable</a:t>
            </a:r>
            <a:endParaRPr kumimoji="0" lang="de-DE" sz="1000" b="0" i="0" u="none" strike="noStrike" kern="0" cap="none" spc="0" normalizeH="0" baseline="0" noProof="0">
              <a:ln>
                <a:noFill/>
              </a:ln>
              <a:solidFill>
                <a:srgbClr val="F9F7F4"/>
              </a:solidFill>
              <a:effectLst/>
              <a:uLnTx/>
              <a:uFillTx/>
              <a:latin typeface="72 Brand"/>
              <a:ea typeface="DM Sans"/>
              <a:cs typeface="DM Sans"/>
              <a:sym typeface="DM Sans"/>
            </a:endParaRPr>
          </a:p>
          <a:p>
            <a:pPr marL="171450" marR="0" lvl="0" indent="-171450" algn="just" defTabSz="121917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r>
              <a:rPr kumimoji="0" lang="en" sz="1000" b="0" i="0" u="none" strike="noStrike" kern="0" cap="none" spc="0" normalizeH="0" baseline="0" noProof="0">
                <a:ln>
                  <a:noFill/>
                </a:ln>
                <a:solidFill>
                  <a:srgbClr val="F9F7F4"/>
                </a:solidFill>
                <a:effectLst/>
                <a:uLnTx/>
                <a:uFillTx/>
                <a:latin typeface="72 Brand"/>
                <a:ea typeface="DM Sans"/>
                <a:cs typeface="DM Sans"/>
                <a:sym typeface="DM Sans"/>
              </a:rPr>
              <a:t>Net Working Capital</a:t>
            </a:r>
            <a:endParaRPr kumimoji="0" lang="de-DE" sz="1000" b="0" i="0" u="none" strike="noStrike" kern="0" cap="none" spc="0" normalizeH="0" baseline="0" noProof="0">
              <a:ln>
                <a:noFill/>
              </a:ln>
              <a:solidFill>
                <a:srgbClr val="F9F7F4"/>
              </a:solidFill>
              <a:effectLst/>
              <a:uLnTx/>
              <a:uFillTx/>
              <a:latin typeface="72 Brand"/>
              <a:ea typeface="DM Sans"/>
              <a:cs typeface="DM Sans"/>
              <a:sym typeface="DM Sans"/>
            </a:endParaRPr>
          </a:p>
          <a:p>
            <a:pPr marL="171450" marR="0" lvl="0" indent="-171450" algn="just" defTabSz="121917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r>
              <a:rPr kumimoji="0" lang="en" sz="1000" b="0" i="0" u="none" strike="noStrike" kern="0" cap="none" spc="0" normalizeH="0" baseline="0" noProof="0">
                <a:ln>
                  <a:noFill/>
                </a:ln>
                <a:solidFill>
                  <a:srgbClr val="F9F7F4"/>
                </a:solidFill>
                <a:effectLst/>
                <a:uLnTx/>
                <a:uFillTx/>
                <a:latin typeface="72 Brand"/>
                <a:ea typeface="DM Sans"/>
                <a:cs typeface="DM Sans"/>
                <a:sym typeface="DM Sans"/>
              </a:rPr>
              <a:t>Total cash balance </a:t>
            </a:r>
            <a:endParaRPr kumimoji="0" lang="de-DE" sz="1000" b="0" i="0" u="none" strike="noStrike" kern="0" cap="none" spc="0" normalizeH="0" baseline="0" noProof="0">
              <a:ln>
                <a:noFill/>
              </a:ln>
              <a:solidFill>
                <a:srgbClr val="F9F7F4"/>
              </a:solidFill>
              <a:effectLst/>
              <a:uLnTx/>
              <a:uFillTx/>
              <a:latin typeface="72 Brand"/>
              <a:ea typeface="DM Sans"/>
              <a:cs typeface="DM Sans"/>
              <a:sym typeface="DM Sans"/>
            </a:endParaRPr>
          </a:p>
          <a:p>
            <a:pPr marL="171450" marR="0" lvl="0" indent="-171450" algn="just" defTabSz="121917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r>
              <a:rPr kumimoji="0" lang="en" sz="1000" b="0" i="0" u="none" strike="noStrike" kern="0" cap="none" spc="0" normalizeH="0" baseline="0" noProof="0">
                <a:ln>
                  <a:noFill/>
                </a:ln>
                <a:solidFill>
                  <a:srgbClr val="F9F7F4"/>
                </a:solidFill>
                <a:effectLst/>
                <a:uLnTx/>
                <a:uFillTx/>
                <a:latin typeface="72 Brand"/>
                <a:ea typeface="DM Sans"/>
                <a:cs typeface="DM Sans"/>
                <a:sym typeface="DM Sans"/>
              </a:rPr>
              <a:t>Days Sales Outstanding </a:t>
            </a:r>
            <a:endParaRPr kumimoji="0" lang="de-DE" sz="1000" b="0" i="0" u="none" strike="noStrike" kern="0" cap="none" spc="0" normalizeH="0" baseline="0" noProof="0">
              <a:ln>
                <a:noFill/>
              </a:ln>
              <a:solidFill>
                <a:srgbClr val="F9F7F4"/>
              </a:solidFill>
              <a:effectLst/>
              <a:uLnTx/>
              <a:uFillTx/>
              <a:latin typeface="72 Brand"/>
              <a:ea typeface="DM Sans"/>
              <a:cs typeface="DM Sans"/>
              <a:sym typeface="DM Sans"/>
            </a:endParaRPr>
          </a:p>
          <a:p>
            <a:pPr marL="171450" marR="0" lvl="0" indent="-171450" algn="just" defTabSz="121917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r>
              <a:rPr kumimoji="0" lang="en" sz="1000" b="0" i="0" u="none" strike="noStrike" kern="0" cap="none" spc="0" normalizeH="0" baseline="0" noProof="0">
                <a:ln>
                  <a:noFill/>
                </a:ln>
                <a:solidFill>
                  <a:srgbClr val="F9F7F4"/>
                </a:solidFill>
                <a:effectLst/>
                <a:uLnTx/>
                <a:uFillTx/>
                <a:latin typeface="72 Brand"/>
                <a:ea typeface="DM Sans"/>
                <a:cs typeface="DM Sans"/>
                <a:sym typeface="DM Sans"/>
              </a:rPr>
              <a:t>Payments</a:t>
            </a:r>
            <a:endParaRPr kumimoji="0" lang="de-DE" sz="1000" b="0" i="0" u="none" strike="noStrike" kern="0" cap="none" spc="0" normalizeH="0" baseline="0" noProof="0">
              <a:ln>
                <a:noFill/>
              </a:ln>
              <a:solidFill>
                <a:srgbClr val="F9F7F4"/>
              </a:solidFill>
              <a:effectLst/>
              <a:uLnTx/>
              <a:uFillTx/>
              <a:latin typeface="72 Brand"/>
              <a:ea typeface="DM Sans"/>
              <a:cs typeface="DM Sans"/>
              <a:sym typeface="DM Sans"/>
            </a:endParaRPr>
          </a:p>
        </p:txBody>
      </p:sp>
      <p:sp>
        <p:nvSpPr>
          <p:cNvPr id="52" name="Google Shape;642;p71">
            <a:extLst>
              <a:ext uri="{FF2B5EF4-FFF2-40B4-BE49-F238E27FC236}">
                <a16:creationId xmlns:a16="http://schemas.microsoft.com/office/drawing/2014/main" id="{1B38A30C-3CC2-65BD-90BF-0891E0160048}"/>
              </a:ext>
            </a:extLst>
          </p:cNvPr>
          <p:cNvSpPr/>
          <p:nvPr/>
        </p:nvSpPr>
        <p:spPr>
          <a:xfrm>
            <a:off x="8769965" y="4965662"/>
            <a:ext cx="2217123" cy="1430440"/>
          </a:xfrm>
          <a:prstGeom prst="roundRect">
            <a:avLst>
              <a:gd name="adj" fmla="val 8499"/>
            </a:avLst>
          </a:prstGeom>
          <a:solidFill>
            <a:srgbClr val="D1EFFF"/>
          </a:solidFill>
          <a:ln w="9525" cap="flat" cmpd="sng">
            <a:noFill/>
            <a:prstDash val="solid"/>
            <a:round/>
            <a:headEnd type="none" w="sm" len="sm"/>
            <a:tailEnd type="none" w="sm" len="sm"/>
          </a:ln>
        </p:spPr>
        <p:txBody>
          <a:bodyPr spcFirstLastPara="1" wrap="square" lIns="121900" tIns="0" rIns="121900" bIns="121900" anchor="t" anchorCtr="0">
            <a:noAutofit/>
          </a:bodyPr>
          <a:lstStyle/>
          <a:p>
            <a:pPr marL="0" marR="0" lvl="0" indent="0" algn="l" defTabSz="932472" rtl="0" eaLnBrk="1" fontAlgn="base" latinLnBrk="0" hangingPunct="1">
              <a:lnSpc>
                <a:spcPct val="100000"/>
              </a:lnSpc>
              <a:spcBef>
                <a:spcPts val="0"/>
              </a:spcBef>
              <a:spcAft>
                <a:spcPts val="600"/>
              </a:spcAft>
              <a:buClr>
                <a:srgbClr val="89D1FF"/>
              </a:buClr>
              <a:buSzTx/>
              <a:buFontTx/>
              <a:buNone/>
              <a:tabLst/>
              <a:defRPr/>
            </a:pPr>
            <a:r>
              <a:rPr kumimoji="0" lang="en-US" sz="1100" b="0" i="0" u="none" strike="noStrike" kern="1200" cap="none" spc="0" normalizeH="0" baseline="0" noProof="0">
                <a:ln>
                  <a:noFill/>
                </a:ln>
                <a:solidFill>
                  <a:srgbClr val="000000"/>
                </a:solidFill>
                <a:effectLst/>
                <a:uLnTx/>
                <a:uFillTx/>
                <a:latin typeface="72 Brand Medium"/>
                <a:ea typeface="+mn-ea"/>
                <a:cs typeface="+mn-cs"/>
              </a:rPr>
              <a:t>3</a:t>
            </a:r>
            <a:r>
              <a:rPr kumimoji="0" lang="en-US" sz="1100" b="0" i="0" u="none" strike="noStrike" kern="1200" cap="none" spc="0" normalizeH="0" baseline="30000" noProof="0">
                <a:ln>
                  <a:noFill/>
                </a:ln>
                <a:solidFill>
                  <a:srgbClr val="000000"/>
                </a:solidFill>
                <a:effectLst/>
                <a:uLnTx/>
                <a:uFillTx/>
                <a:latin typeface="72 Brand Medium"/>
                <a:ea typeface="+mn-ea"/>
                <a:cs typeface="+mn-cs"/>
              </a:rPr>
              <a:t>rd</a:t>
            </a:r>
            <a:r>
              <a:rPr kumimoji="0" lang="en-US" sz="1100" b="0" i="0" u="none" strike="noStrike" kern="1200" cap="none" spc="0" normalizeH="0" baseline="0" noProof="0">
                <a:ln>
                  <a:noFill/>
                </a:ln>
                <a:solidFill>
                  <a:srgbClr val="000000"/>
                </a:solidFill>
                <a:effectLst/>
                <a:uLnTx/>
                <a:uFillTx/>
                <a:latin typeface="72 Brand Medium"/>
                <a:ea typeface="+mn-ea"/>
                <a:cs typeface="+mn-cs"/>
              </a:rPr>
              <a:t> party data products</a:t>
            </a:r>
          </a:p>
          <a:p>
            <a:pPr marL="171450" marR="0" lvl="0" indent="-171450" algn="l" defTabSz="932472" rtl="0" eaLnBrk="1" fontAlgn="base" latinLnBrk="0" hangingPunct="1">
              <a:lnSpc>
                <a:spcPct val="100000"/>
              </a:lnSpc>
              <a:spcBef>
                <a:spcPts val="0"/>
              </a:spcBef>
              <a:spcAft>
                <a:spcPts val="0"/>
              </a:spcAft>
              <a:buClr>
                <a:srgbClr val="89D1FF"/>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72 Brand"/>
                <a:ea typeface="+mn-ea"/>
                <a:cs typeface="+mn-cs"/>
              </a:rPr>
              <a:t>Credit Scores &amp; Ratings</a:t>
            </a:r>
          </a:p>
          <a:p>
            <a:pPr marL="171450" marR="0" lvl="0" indent="-171450" algn="l" defTabSz="932472" rtl="0" eaLnBrk="1" fontAlgn="base" latinLnBrk="0" hangingPunct="1">
              <a:lnSpc>
                <a:spcPct val="100000"/>
              </a:lnSpc>
              <a:spcBef>
                <a:spcPts val="0"/>
              </a:spcBef>
              <a:spcAft>
                <a:spcPts val="0"/>
              </a:spcAft>
              <a:buClr>
                <a:srgbClr val="89D1FF"/>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72 Brand"/>
                <a:ea typeface="+mn-ea"/>
                <a:cs typeface="+mn-cs"/>
              </a:rPr>
              <a:t>Social media and news for public sentiment, reputation</a:t>
            </a:r>
          </a:p>
          <a:p>
            <a:pPr marL="171450" marR="0" lvl="0" indent="-171450" algn="l" defTabSz="932472" rtl="0" eaLnBrk="1" fontAlgn="base" latinLnBrk="0" hangingPunct="1">
              <a:lnSpc>
                <a:spcPct val="100000"/>
              </a:lnSpc>
              <a:spcBef>
                <a:spcPts val="0"/>
              </a:spcBef>
              <a:spcAft>
                <a:spcPts val="0"/>
              </a:spcAft>
              <a:buClr>
                <a:srgbClr val="89D1FF"/>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72 Brand"/>
                <a:ea typeface="+mn-ea"/>
                <a:cs typeface="+mn-cs"/>
              </a:rPr>
              <a:t>External finance reports</a:t>
            </a:r>
            <a:endParaRPr kumimoji="0" lang="de-DE" sz="1000" b="0" i="0" u="none" strike="noStrike" kern="0" cap="none" spc="0" normalizeH="0" baseline="0" noProof="0">
              <a:ln>
                <a:noFill/>
              </a:ln>
              <a:solidFill>
                <a:srgbClr val="000000"/>
              </a:solidFill>
              <a:effectLst/>
              <a:uLnTx/>
              <a:uFillTx/>
              <a:latin typeface="72 Brand"/>
              <a:ea typeface="DM Sans"/>
              <a:cs typeface="DM Sans"/>
              <a:sym typeface="DM Sans"/>
            </a:endParaRPr>
          </a:p>
        </p:txBody>
      </p:sp>
    </p:spTree>
    <p:extLst>
      <p:ext uri="{BB962C8B-B14F-4D97-AF65-F5344CB8AC3E}">
        <p14:creationId xmlns:p14="http://schemas.microsoft.com/office/powerpoint/2010/main" val="3330162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7" grpId="0" animBg="1"/>
      <p:bldP spid="1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12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12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12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1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1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1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1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1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1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1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1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1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1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1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1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1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1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1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1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1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1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1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1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1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1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1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1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1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1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1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1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1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1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1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1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1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1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1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1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1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1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1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1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1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1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1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1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1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1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1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1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1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1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1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1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1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1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1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1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1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1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1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1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1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1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2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2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2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2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2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2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2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2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2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2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2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2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2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2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2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2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2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2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2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2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2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2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2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2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2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2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2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2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2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22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23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23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23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23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23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23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23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23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23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23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24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24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24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24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24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24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24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24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24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24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25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2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2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2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2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2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2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2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2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2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2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2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2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2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2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2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2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2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2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2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2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2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2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2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2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2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2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2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2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2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2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2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2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2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2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2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2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2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2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2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3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3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3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3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3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3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3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3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3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3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3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3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3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3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3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3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3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3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3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3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3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3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3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3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3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3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3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3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3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3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3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3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3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3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3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3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3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3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3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3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3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3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3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3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3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3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3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3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3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3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3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3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35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35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35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35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35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35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35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35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36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36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36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36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36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36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36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36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36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36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2_SAP Template 2025">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2" id="{9342E92E-B2AD-794F-98A2-523CD300322B}" vid="{49F252D7-6579-8E4E-B522-E63E345C5290}"/>
    </a:ext>
  </a:extLst>
</a:theme>
</file>

<file path=ppt/theme/theme2.xml><?xml version="1.0" encoding="utf-8"?>
<a:theme xmlns:a="http://schemas.openxmlformats.org/drawingml/2006/main" name="4_SAP Template 2025">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2" id="{9342E92E-B2AD-794F-98A2-523CD300322B}" vid="{49F252D7-6579-8E4E-B522-E63E345C5290}"/>
    </a:ext>
  </a:extLst>
</a:theme>
</file>

<file path=ppt/theme/theme3.xml><?xml version="1.0" encoding="utf-8"?>
<a:theme xmlns:a="http://schemas.openxmlformats.org/drawingml/2006/main" name="SAP Template 2025">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2" id="{9342E92E-B2AD-794F-98A2-523CD300322B}" vid="{49F252D7-6579-8E4E-B522-E63E345C529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c476ec6-25df-4b74-9629-930c9bc5aba2" xsi:nil="true"/>
    <lcf76f155ced4ddcb4097134ff3c332f xmlns="090d1cd0-4713-4587-aae0-fe2ddc676fac">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38F63892AA8E479CFD477BB5ACC4D6" ma:contentTypeVersion="16" ma:contentTypeDescription="Create a new document." ma:contentTypeScope="" ma:versionID="d490644144aaf1130c23a9dc842fc7f0">
  <xsd:schema xmlns:xsd="http://www.w3.org/2001/XMLSchema" xmlns:xs="http://www.w3.org/2001/XMLSchema" xmlns:p="http://schemas.microsoft.com/office/2006/metadata/properties" xmlns:ns1="http://schemas.microsoft.com/sharepoint/v3" xmlns:ns2="090d1cd0-4713-4587-aae0-fe2ddc676fac" xmlns:ns3="9c476ec6-25df-4b74-9629-930c9bc5aba2" targetNamespace="http://schemas.microsoft.com/office/2006/metadata/properties" ma:root="true" ma:fieldsID="1d3ea61fe585812e995f722dd8b06a31" ns1:_="" ns2:_="" ns3:_="">
    <xsd:import namespace="http://schemas.microsoft.com/sharepoint/v3"/>
    <xsd:import namespace="090d1cd0-4713-4587-aae0-fe2ddc676fac"/>
    <xsd:import namespace="9c476ec6-25df-4b74-9629-930c9bc5aba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LengthInSeconds" minOccurs="0"/>
                <xsd:element ref="ns2:MediaServiceGenerationTime" minOccurs="0"/>
                <xsd:element ref="ns2:MediaServiceEventHashCode" minOccurs="0"/>
                <xsd:element ref="ns2:MediaServiceDateTaken" minOccurs="0"/>
                <xsd:element ref="ns2:MediaServiceSearchPropertie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0d1cd0-4713-4587-aae0-fe2ddc676f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476ec6-25df-4b74-9629-930c9bc5aba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cc64838-2297-4b41-a2d2-0c96a6a6492b}" ma:internalName="TaxCatchAll" ma:showField="CatchAllData" ma:web="9c476ec6-25df-4b74-9629-930c9bc5aba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TemplafySlideTemplateConfiguration><![CDATA[{"slideVersion":16,"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Blue}}","visibility":"","type":"image","disableUpdates":false}},{"type":"shape","elementConfiguration":{"binding":"{{Form.Classification.Display}}","visibility":"","type":"text","disableUpdates":false}}],"slideId":"638331234101560684","enableDocumentContentUpdater":false,"version":"2.0"}]]></TemplafySlideTemplateConfiguration>
</file>

<file path=customXml/item4.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FFA5A6-8F1E-4D1E-AF4D-E58E5159A389}">
  <ds:schemaRefs>
    <ds:schemaRef ds:uri="4278e08f-066d-42e5-8e4a-86afaeaae6c9"/>
    <ds:schemaRef ds:uri="http://schemas.microsoft.com/office/2006/documentManagement/types"/>
    <ds:schemaRef ds:uri="http://schemas.microsoft.com/office/2006/metadata/properties"/>
    <ds:schemaRef ds:uri="http://purl.org/dc/terms/"/>
    <ds:schemaRef ds:uri="http://schemas.microsoft.com/office/infopath/2007/PartnerControls"/>
    <ds:schemaRef ds:uri="http://purl.org/dc/elements/1.1/"/>
    <ds:schemaRef ds:uri="http://purl.org/dc/dcmitype/"/>
    <ds:schemaRef ds:uri="http://schemas.openxmlformats.org/package/2006/metadata/core-properties"/>
    <ds:schemaRef ds:uri="adcf1dbd-029a-491d-9eb0-66a1be5ee797"/>
    <ds:schemaRef ds:uri="http://www.w3.org/XML/1998/namespace"/>
  </ds:schemaRefs>
</ds:datastoreItem>
</file>

<file path=customXml/itemProps2.xml><?xml version="1.0" encoding="utf-8"?>
<ds:datastoreItem xmlns:ds="http://schemas.openxmlformats.org/officeDocument/2006/customXml" ds:itemID="{57862F75-CDA5-4214-AF3A-BA9E63D4DE25}"/>
</file>

<file path=customXml/itemProps3.xml><?xml version="1.0" encoding="utf-8"?>
<ds:datastoreItem xmlns:ds="http://schemas.openxmlformats.org/officeDocument/2006/customXml" ds:itemID="{7FD2529C-000C-C846-A245-FC0406E53096}">
  <ds:schemaRefs/>
</ds:datastoreItem>
</file>

<file path=customXml/itemProps4.xml><?xml version="1.0" encoding="utf-8"?>
<ds:datastoreItem xmlns:ds="http://schemas.openxmlformats.org/officeDocument/2006/customXml" ds:itemID="{5A539494-FDB1-D648-8DA0-3FFA95A708AD}">
  <ds:schemaRefs/>
</ds:datastoreItem>
</file>

<file path=customXml/itemProps5.xml><?xml version="1.0" encoding="utf-8"?>
<ds:datastoreItem xmlns:ds="http://schemas.openxmlformats.org/officeDocument/2006/customXml" ds:itemID="{A6971026-435C-449B-9D7D-337CEBE2E8E4}">
  <ds:schemaRefs>
    <ds:schemaRef ds:uri="http://schemas.microsoft.com/sharepoint/v3/contenttype/forms"/>
  </ds:schemaRefs>
</ds:datastoreItem>
</file>

<file path=docMetadata/LabelInfo.xml><?xml version="1.0" encoding="utf-8"?>
<clbl:labelList xmlns:clbl="http://schemas.microsoft.com/office/2020/mipLabelMetadata">
  <clbl:label id="{0cf7ac0a-4681-4823-ab0b-04ef02c5f873}" enabled="1" method="Privileged" siteId="{42f7676c-f455-423c-82f6-dc2d99791af7}" removed="0"/>
</clbl:labelList>
</file>

<file path=docProps/app.xml><?xml version="1.0" encoding="utf-8"?>
<Properties xmlns="http://schemas.openxmlformats.org/officeDocument/2006/extended-properties" xmlns:vt="http://schemas.openxmlformats.org/officeDocument/2006/docPropsVTypes">
  <TotalTime>0</TotalTime>
  <Words>306</Words>
  <Application>Microsoft Macintosh PowerPoint</Application>
  <PresentationFormat>Widescreen</PresentationFormat>
  <Paragraphs>38</Paragraphs>
  <Slides>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vt:i4>
      </vt:variant>
    </vt:vector>
  </HeadingPairs>
  <TitlesOfParts>
    <vt:vector size="10" baseType="lpstr">
      <vt:lpstr>72 Brand</vt:lpstr>
      <vt:lpstr>72 Brand Medium</vt:lpstr>
      <vt:lpstr>Aptos</vt:lpstr>
      <vt:lpstr>Arial</vt:lpstr>
      <vt:lpstr>Courier New</vt:lpstr>
      <vt:lpstr>Symbol</vt:lpstr>
      <vt:lpstr>2_SAP Template 2025</vt:lpstr>
      <vt:lpstr>4_SAP Template 2025</vt:lpstr>
      <vt:lpstr>SAP Template 2025</vt:lpstr>
      <vt:lpstr>Use case: Credit risk assessment of customers &amp; suppliers Take your Working Capital intelligent application to the next level with SAP Databricks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MUGGLESTONE, Philip</dc:creator>
  <cp:lastModifiedBy>Gooding, Jon</cp:lastModifiedBy>
  <cp:revision>7</cp:revision>
  <dcterms:created xsi:type="dcterms:W3CDTF">2025-10-22T09:31:15Z</dcterms:created>
  <dcterms:modified xsi:type="dcterms:W3CDTF">2025-11-07T00:25:10Z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0x0101001738F63892AA8E479CFD477BB5ACC4D6</vt:lpwstr>
  </property>
  <property fmtid="{D5CDD505-2E9C-101B-9397-08002B2CF9AE}" pid="3" name="MediaServiceImageTags">
    <vt:lpwstr/>
  </property>
</Properties>
</file>